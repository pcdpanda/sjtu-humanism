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28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707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60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511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551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5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58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895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1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898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205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62153-FA70-4FD5-AA27-5848F173C4B2}" type="datetimeFigureOut">
              <a:rPr lang="zh-CN" altLang="en-US" smtClean="0"/>
              <a:t>2017/4/20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826D3-5D25-47C5-80D0-1484A3867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04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02569" y="4018547"/>
            <a:ext cx="6970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The supply of game for London is going steadily up. Head keeper. Hudson, we believe, has been now told to receive all orders for fly-paper and for preservation of your hen-pheasant’s life.</a:t>
            </a:r>
            <a:endParaRPr lang="zh-CN" altLang="en-US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2414337" y="1515979"/>
            <a:ext cx="7146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Different kinds of ciphers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65330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10063" y="874295"/>
            <a:ext cx="6970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The</a:t>
            </a:r>
            <a:r>
              <a:rPr lang="en-US" altLang="zh-CN" sz="2400" b="1" dirty="0"/>
              <a:t> supply of </a:t>
            </a:r>
            <a:r>
              <a:rPr lang="en-US" altLang="zh-CN" sz="2400" b="1" dirty="0">
                <a:solidFill>
                  <a:srgbClr val="FF0000"/>
                </a:solidFill>
              </a:rPr>
              <a:t>game</a:t>
            </a:r>
            <a:r>
              <a:rPr lang="en-US" altLang="zh-CN" sz="2400" b="1" dirty="0"/>
              <a:t> for London </a:t>
            </a:r>
            <a:r>
              <a:rPr lang="en-US" altLang="zh-CN" sz="2400" b="1" dirty="0">
                <a:solidFill>
                  <a:srgbClr val="FF0000"/>
                </a:solidFill>
              </a:rPr>
              <a:t>is</a:t>
            </a:r>
            <a:r>
              <a:rPr lang="en-US" altLang="zh-CN" sz="2400" b="1" dirty="0"/>
              <a:t> going steadily </a:t>
            </a:r>
            <a:r>
              <a:rPr lang="en-US" altLang="zh-CN" sz="2400" b="1" dirty="0">
                <a:solidFill>
                  <a:srgbClr val="FF0000"/>
                </a:solidFill>
              </a:rPr>
              <a:t>up</a:t>
            </a:r>
            <a:r>
              <a:rPr lang="en-US" altLang="zh-CN" sz="2400" b="1" dirty="0"/>
              <a:t>. Head keeper. </a:t>
            </a:r>
            <a:r>
              <a:rPr lang="en-US" altLang="zh-CN" sz="2400" b="1" dirty="0">
                <a:solidFill>
                  <a:srgbClr val="FF0000"/>
                </a:solidFill>
              </a:rPr>
              <a:t>Hudson</a:t>
            </a:r>
            <a:r>
              <a:rPr lang="en-US" altLang="zh-CN" sz="2400" b="1" dirty="0"/>
              <a:t>, we believe, </a:t>
            </a:r>
            <a:r>
              <a:rPr lang="en-US" altLang="zh-CN" sz="2400" b="1" dirty="0">
                <a:solidFill>
                  <a:srgbClr val="FF0000"/>
                </a:solidFill>
              </a:rPr>
              <a:t>has</a:t>
            </a:r>
            <a:r>
              <a:rPr lang="en-US" altLang="zh-CN" sz="2400" b="1" dirty="0"/>
              <a:t> been now </a:t>
            </a:r>
            <a:r>
              <a:rPr lang="en-US" altLang="zh-CN" sz="2400" b="1" dirty="0">
                <a:solidFill>
                  <a:srgbClr val="FF0000"/>
                </a:solidFill>
              </a:rPr>
              <a:t>told</a:t>
            </a:r>
            <a:r>
              <a:rPr lang="en-US" altLang="zh-CN" sz="2400" b="1" dirty="0"/>
              <a:t> to receive </a:t>
            </a:r>
            <a:r>
              <a:rPr lang="en-US" altLang="zh-CN" sz="2400" b="1" dirty="0">
                <a:solidFill>
                  <a:srgbClr val="FF0000"/>
                </a:solidFill>
              </a:rPr>
              <a:t>all</a:t>
            </a:r>
            <a:r>
              <a:rPr lang="en-US" altLang="zh-CN" sz="2400" b="1" dirty="0"/>
              <a:t> orders for </a:t>
            </a:r>
            <a:r>
              <a:rPr lang="en-US" altLang="zh-CN" sz="2400" b="1" dirty="0">
                <a:solidFill>
                  <a:srgbClr val="FF0000"/>
                </a:solidFill>
              </a:rPr>
              <a:t>fly</a:t>
            </a:r>
            <a:r>
              <a:rPr lang="en-US" altLang="zh-CN" sz="2400" b="1" dirty="0"/>
              <a:t>-paper and </a:t>
            </a:r>
            <a:r>
              <a:rPr lang="en-US" altLang="zh-CN" sz="2400" b="1" dirty="0">
                <a:solidFill>
                  <a:srgbClr val="FF0000"/>
                </a:solidFill>
              </a:rPr>
              <a:t>for</a:t>
            </a:r>
            <a:r>
              <a:rPr lang="en-US" altLang="zh-CN" sz="2400" b="1" dirty="0"/>
              <a:t> preservation of </a:t>
            </a:r>
            <a:r>
              <a:rPr lang="en-US" altLang="zh-CN" sz="2400" b="1" dirty="0">
                <a:solidFill>
                  <a:srgbClr val="FF0000"/>
                </a:solidFill>
              </a:rPr>
              <a:t>your</a:t>
            </a:r>
            <a:r>
              <a:rPr lang="en-US" altLang="zh-CN" sz="2400" b="1" dirty="0"/>
              <a:t> hen-pheasant’s </a:t>
            </a:r>
            <a:r>
              <a:rPr lang="en-US" altLang="zh-CN" sz="2400" b="1" dirty="0">
                <a:solidFill>
                  <a:srgbClr val="FF0000"/>
                </a:solidFill>
              </a:rPr>
              <a:t>life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310063" y="4154905"/>
            <a:ext cx="6970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The game is up. Hudson has told all. Fly for your life.</a:t>
            </a:r>
            <a:endParaRPr lang="zh-CN" altLang="en-US" sz="2400" b="1" dirty="0"/>
          </a:p>
        </p:txBody>
      </p:sp>
      <p:sp>
        <p:nvSpPr>
          <p:cNvPr id="2" name="箭头: 下 1"/>
          <p:cNvSpPr/>
          <p:nvPr/>
        </p:nvSpPr>
        <p:spPr>
          <a:xfrm>
            <a:off x="5317957" y="2671011"/>
            <a:ext cx="954505" cy="10266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05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81986" y="2736508"/>
            <a:ext cx="716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 . A . A . </a:t>
            </a:r>
            <a:endParaRPr lang="zh-CN" altLang="zh-CN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 O . W . Y</a:t>
            </a:r>
            <a:endParaRPr lang="zh-CN" altLang="zh-CN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31955" y="591311"/>
            <a:ext cx="50612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/>
              <a:t>Go away</a:t>
            </a:r>
            <a:endParaRPr lang="zh-CN" altLang="en-US" sz="4400" dirty="0"/>
          </a:p>
        </p:txBody>
      </p:sp>
      <p:sp>
        <p:nvSpPr>
          <p:cNvPr id="5" name="箭头: 下 4"/>
          <p:cNvSpPr/>
          <p:nvPr/>
        </p:nvSpPr>
        <p:spPr>
          <a:xfrm>
            <a:off x="5261807" y="1667630"/>
            <a:ext cx="601579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下 5"/>
          <p:cNvSpPr/>
          <p:nvPr/>
        </p:nvSpPr>
        <p:spPr>
          <a:xfrm>
            <a:off x="5261807" y="4243715"/>
            <a:ext cx="601579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31955" y="5312593"/>
            <a:ext cx="50612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/>
              <a:t>GAAOWY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43568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02567" y="2598641"/>
            <a:ext cx="7162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J . . . I . . . D . . . </a:t>
            </a:r>
            <a:endParaRPr lang="zh-CN" altLang="zh-CN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 U . T . N . N . R . W </a:t>
            </a:r>
            <a:endParaRPr lang="zh-CN" altLang="zh-CN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 . S . . . A . . . E .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20450" y="968040"/>
            <a:ext cx="51896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JIDUTNNRWSAE</a:t>
            </a:r>
            <a:endParaRPr lang="zh-CN" altLang="en-US" sz="32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2318083" y="4642305"/>
            <a:ext cx="75317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534 C2 13 127 36 31 4 17 21 41 DOUGLAS 109 293 5 37 BIRLSTONE 26 BIRLSTONE 9 47 171</a:t>
            </a:r>
            <a:endParaRPr lang="zh-CN" altLang="en-US" sz="3200" b="1" dirty="0"/>
          </a:p>
        </p:txBody>
      </p:sp>
      <p:sp>
        <p:nvSpPr>
          <p:cNvPr id="2" name="箭头: 下 1"/>
          <p:cNvSpPr/>
          <p:nvPr/>
        </p:nvSpPr>
        <p:spPr>
          <a:xfrm>
            <a:off x="5293891" y="1786006"/>
            <a:ext cx="1042737" cy="6355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89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2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166</Words>
  <Application>Microsoft Office PowerPoint</Application>
  <PresentationFormat>宽屏</PresentationFormat>
  <Paragraphs>13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pandotb@live.com</dc:creator>
  <cp:lastModifiedBy>pandotb@live.com</cp:lastModifiedBy>
  <cp:revision>5</cp:revision>
  <dcterms:created xsi:type="dcterms:W3CDTF">2017-04-19T13:49:56Z</dcterms:created>
  <dcterms:modified xsi:type="dcterms:W3CDTF">2017-04-20T08:54:51Z</dcterms:modified>
</cp:coreProperties>
</file>
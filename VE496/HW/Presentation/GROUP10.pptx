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2.xml" ContentType="application/vnd.openxmlformats-officedocument.themeOverride+xml"/>
  <Override PartName="/ppt/tags/tag4.xml" ContentType="application/vnd.openxmlformats-officedocument.presentationml.tags+xml"/>
  <Override PartName="/ppt/theme/themeOverride3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4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9" r:id="rId3"/>
    <p:sldId id="258" r:id="rId4"/>
    <p:sldId id="270" r:id="rId5"/>
    <p:sldId id="295" r:id="rId6"/>
    <p:sldId id="296" r:id="rId7"/>
    <p:sldId id="297" r:id="rId8"/>
    <p:sldId id="298" r:id="rId9"/>
    <p:sldId id="280" r:id="rId10"/>
    <p:sldId id="275" r:id="rId11"/>
    <p:sldId id="285" r:id="rId12"/>
    <p:sldId id="286" r:id="rId13"/>
    <p:sldId id="293" r:id="rId14"/>
    <p:sldId id="288" r:id="rId15"/>
    <p:sldId id="281" r:id="rId16"/>
    <p:sldId id="277" r:id="rId17"/>
    <p:sldId id="290" r:id="rId18"/>
    <p:sldId id="292" r:id="rId19"/>
    <p:sldId id="291" r:id="rId20"/>
    <p:sldId id="282" r:id="rId21"/>
    <p:sldId id="279" r:id="rId22"/>
    <p:sldId id="294" r:id="rId23"/>
    <p:sldId id="299" r:id="rId24"/>
    <p:sldId id="284" r:id="rId25"/>
    <p:sldId id="261" r:id="rId26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72" autoAdjust="0"/>
  </p:normalViewPr>
  <p:slideViewPr>
    <p:cSldViewPr snapToGrid="0">
      <p:cViewPr varScale="1">
        <p:scale>
          <a:sx n="70" d="100"/>
          <a:sy n="70" d="100"/>
        </p:scale>
        <p:origin x="692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Healthcare Robot variety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BD5-4894-8034-7AD59899E3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BD5-4894-8034-7AD59899E31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BD5-4894-8034-7AD59899E31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BD5-4894-8034-7AD59899E31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BD5-4894-8034-7AD59899E31F}"/>
              </c:ext>
            </c:extLst>
          </c:dPt>
          <c:dLbls>
            <c:dLbl>
              <c:idx val="0"/>
              <c:layout>
                <c:manualLayout>
                  <c:x val="-0.24218750000000006"/>
                  <c:y val="6.328124610720672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8DAE6EF-404D-4AB5-B8F3-997699A9C106}" type="CATEGORYNAME">
                      <a:rPr lang="en-US" altLang="zh-CN" sz="1600" smtClean="0">
                        <a:solidFill>
                          <a:schemeClr val="bg1"/>
                        </a:solidFill>
                      </a:rPr>
                      <a:pPr>
                        <a:defRPr sz="1600"/>
                      </a:pPr>
                      <a:t>[类别名称]</a:t>
                    </a:fld>
                    <a:r>
                      <a:rPr lang="en-US" altLang="zh-CN" sz="1600" baseline="0" dirty="0">
                        <a:solidFill>
                          <a:schemeClr val="bg1"/>
                        </a:solidFill>
                      </a:rPr>
                      <a:t> </a:t>
                    </a:r>
                    <a:fld id="{4C4BC085-A796-4D9C-A1EE-8AF7B2484182}" type="PERCENTAGE">
                      <a:rPr lang="en-US" altLang="zh-CN" sz="1600" baseline="0" smtClean="0">
                        <a:solidFill>
                          <a:schemeClr val="bg1"/>
                        </a:solidFill>
                      </a:rPr>
                      <a:pPr>
                        <a:defRPr sz="1600"/>
                      </a:pPr>
                      <a:t>[百分比]</a:t>
                    </a:fld>
                    <a:endParaRPr lang="en-US" altLang="zh-CN" sz="1600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67187500000001"/>
                      <c:h val="0.133734366773230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BD5-4894-8034-7AD59899E31F}"/>
                </c:ext>
              </c:extLst>
            </c:dLbl>
            <c:dLbl>
              <c:idx val="1"/>
              <c:layout>
                <c:manualLayout>
                  <c:x val="-4.6874999999999998E-3"/>
                  <c:y val="-0.145312491060993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1B4A012-35FB-4AA7-B928-F7B7132F5142}" type="CATEGORYNAME">
                      <a:rPr lang="en-US" altLang="zh-CN" sz="160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[类别名称]</a:t>
                    </a:fld>
                    <a:r>
                      <a:rPr lang="en-US" altLang="zh-CN" sz="1600" baseline="0" dirty="0">
                        <a:solidFill>
                          <a:schemeClr val="bg1"/>
                        </a:solidFill>
                      </a:rPr>
                      <a:t>
</a:t>
                    </a:r>
                    <a:fld id="{1012BB29-8C68-4F24-959A-C4043D78FC4D}" type="PERCENTAGE">
                      <a:rPr lang="en-US" altLang="zh-CN" sz="1600" baseline="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[百分比]</a:t>
                    </a:fld>
                    <a:endParaRPr lang="en-US" altLang="zh-CN" sz="1600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BD5-4894-8034-7AD59899E31F}"/>
                </c:ext>
              </c:extLst>
            </c:dLbl>
            <c:dLbl>
              <c:idx val="2"/>
              <c:layout>
                <c:manualLayout>
                  <c:x val="0.14531249999999996"/>
                  <c:y val="-0.1265624922144136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115F740-0D53-4E32-A5FF-F20B136049C6}" type="CATEGORYNAME">
                      <a:rPr lang="en-US" altLang="zh-CN" sz="160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[类别名称]</a:t>
                    </a:fld>
                    <a:r>
                      <a:rPr lang="en-US" altLang="zh-CN" sz="1600" baseline="0" dirty="0">
                        <a:solidFill>
                          <a:schemeClr val="bg1"/>
                        </a:solidFill>
                      </a:rPr>
                      <a:t>
</a:t>
                    </a:r>
                    <a:fld id="{BD280215-BA73-4D3D-A31E-A8BEF0516BE0}" type="PERCENTAGE">
                      <a:rPr lang="en-US" altLang="zh-CN" sz="1600" baseline="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[百分比]</a:t>
                    </a:fld>
                    <a:endParaRPr lang="en-US" altLang="zh-CN" sz="1600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BD5-4894-8034-7AD59899E31F}"/>
                </c:ext>
              </c:extLst>
            </c:dLbl>
            <c:dLbl>
              <c:idx val="3"/>
              <c:layout>
                <c:manualLayout>
                  <c:x val="0.22766208852745376"/>
                  <c:y val="5.97803231260308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46874999999997"/>
                      <c:h val="0.133734366773230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1BD5-4894-8034-7AD59899E31F}"/>
                </c:ext>
              </c:extLst>
            </c:dLbl>
            <c:dLbl>
              <c:idx val="4"/>
              <c:layout>
                <c:manualLayout>
                  <c:x val="8.1867137849884558E-2"/>
                  <c:y val="0.1638015953126082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98FFB34-79F9-432F-BE6A-1FF02B21B97C}" type="CATEGORYNAME">
                      <a:rPr lang="en-US" altLang="zh-CN" sz="160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[类别名称]</a:t>
                    </a:fld>
                    <a:r>
                      <a:rPr lang="en-US" altLang="zh-CN" sz="1600" baseline="0" dirty="0">
                        <a:solidFill>
                          <a:schemeClr val="bg1"/>
                        </a:solidFill>
                      </a:rPr>
                      <a:t>
</a:t>
                    </a:r>
                    <a:fld id="{B7C57A20-D62F-487C-AA1A-BB512B14C08A}" type="PERCENTAGE">
                      <a:rPr lang="en-US" altLang="zh-CN" sz="1600" baseline="0">
                        <a:solidFill>
                          <a:schemeClr val="bg1"/>
                        </a:solidFill>
                      </a:rPr>
                      <a:pPr>
                        <a:defRPr sz="1600">
                          <a:solidFill>
                            <a:schemeClr val="accent1"/>
                          </a:solidFill>
                        </a:defRPr>
                      </a:pPr>
                      <a:t>[百分比]</a:t>
                    </a:fld>
                    <a:endParaRPr lang="en-US" altLang="zh-CN" sz="1600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BD5-4894-8034-7AD59899E3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Rehabilitation</c:v>
                </c:pt>
                <c:pt idx="1">
                  <c:v>Support </c:v>
                </c:pt>
                <c:pt idx="2">
                  <c:v>Surgical </c:v>
                </c:pt>
                <c:pt idx="3">
                  <c:v>Medicial Service</c:v>
                </c:pt>
                <c:pt idx="4">
                  <c:v>Others 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17</c:v>
                </c:pt>
                <c:pt idx="2">
                  <c:v>16</c:v>
                </c:pt>
                <c:pt idx="3">
                  <c:v>8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BD5-4894-8034-7AD59899E31F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Healthcare Robot Market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people in China (million)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243</c:v>
                </c:pt>
                <c:pt idx="2">
                  <c:v>245</c:v>
                </c:pt>
                <c:pt idx="3">
                  <c:v>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68-4C1F-833F-2495F7A47A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Healthcare robot market (million dollars)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390</c:v>
                </c:pt>
                <c:pt idx="1">
                  <c:v>410</c:v>
                </c:pt>
                <c:pt idx="2">
                  <c:v>510</c:v>
                </c:pt>
                <c:pt idx="3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68-4C1F-833F-2495F7A47A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列1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A768-4C1F-833F-2495F7A47AD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80516591"/>
        <c:axId val="1188261231"/>
      </c:barChart>
      <c:catAx>
        <c:axId val="1180516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88261231"/>
        <c:crosses val="autoZero"/>
        <c:auto val="1"/>
        <c:lblAlgn val="ctr"/>
        <c:lblOffset val="100"/>
        <c:noMultiLvlLbl val="0"/>
      </c:catAx>
      <c:valAx>
        <c:axId val="1188261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80516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8406B-7820-4949-A7EB-C7F113A10587}" type="doc">
      <dgm:prSet loTypeId="urn:microsoft.com/office/officeart/2005/8/layout/hierarchy6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9FD80B43-63C6-46A4-97CE-A85B6E08ED22}">
      <dgm:prSet phldrT="[文本]" custT="1"/>
      <dgm:spPr/>
      <dgm:t>
        <a:bodyPr/>
        <a:lstStyle/>
        <a:p>
          <a:r>
            <a:rPr lang="en-US" altLang="zh-CN" sz="2800" dirty="0"/>
            <a:t>Healthcare Robot</a:t>
          </a:r>
          <a:endParaRPr lang="zh-CN" altLang="en-US" sz="2800" dirty="0"/>
        </a:p>
      </dgm:t>
    </dgm:pt>
    <dgm:pt modelId="{AD1C0308-FAEA-427A-94AA-DF0CD452CFC8}" type="parTrans" cxnId="{262C0878-7B0C-4383-828C-F2BF7EA9C015}">
      <dgm:prSet/>
      <dgm:spPr/>
      <dgm:t>
        <a:bodyPr/>
        <a:lstStyle/>
        <a:p>
          <a:endParaRPr lang="zh-CN" altLang="en-US"/>
        </a:p>
      </dgm:t>
    </dgm:pt>
    <dgm:pt modelId="{257576DB-314C-472D-804B-448B84EA05DE}" type="sibTrans" cxnId="{262C0878-7B0C-4383-828C-F2BF7EA9C015}">
      <dgm:prSet/>
      <dgm:spPr/>
      <dgm:t>
        <a:bodyPr/>
        <a:lstStyle/>
        <a:p>
          <a:endParaRPr lang="zh-CN" altLang="en-US"/>
        </a:p>
      </dgm:t>
    </dgm:pt>
    <dgm:pt modelId="{60183093-1AEB-4393-8BF6-B74133840C18}">
      <dgm:prSet phldrT="[文本]" custT="1"/>
      <dgm:spPr/>
      <dgm:t>
        <a:bodyPr/>
        <a:lstStyle/>
        <a:p>
          <a:r>
            <a:rPr lang="en-US" altLang="zh-CN" sz="2400" dirty="0"/>
            <a:t>Transportation</a:t>
          </a:r>
          <a:endParaRPr lang="zh-CN" altLang="en-US" sz="2400" dirty="0"/>
        </a:p>
      </dgm:t>
    </dgm:pt>
    <dgm:pt modelId="{388B2A32-6292-4BC6-8ACF-746C1DC6AE95}" type="parTrans" cxnId="{034F8F8D-755B-48A4-89E2-E66152799FBF}">
      <dgm:prSet/>
      <dgm:spPr/>
      <dgm:t>
        <a:bodyPr/>
        <a:lstStyle/>
        <a:p>
          <a:endParaRPr lang="zh-CN" altLang="en-US"/>
        </a:p>
      </dgm:t>
    </dgm:pt>
    <dgm:pt modelId="{54F36313-B01E-4ACD-987D-B51C8B73124D}" type="sibTrans" cxnId="{034F8F8D-755B-48A4-89E2-E66152799FBF}">
      <dgm:prSet/>
      <dgm:spPr/>
      <dgm:t>
        <a:bodyPr/>
        <a:lstStyle/>
        <a:p>
          <a:endParaRPr lang="zh-CN" altLang="en-US"/>
        </a:p>
      </dgm:t>
    </dgm:pt>
    <dgm:pt modelId="{D78DC032-36D6-4168-9DC2-5FEE7CB98E59}">
      <dgm:prSet phldrT="[文本]" custT="1"/>
      <dgm:spPr/>
      <dgm:t>
        <a:bodyPr/>
        <a:lstStyle/>
        <a:p>
          <a:r>
            <a:rPr lang="en-US" altLang="zh-CN" sz="2400" dirty="0"/>
            <a:t>Remote Control </a:t>
          </a:r>
          <a:endParaRPr lang="zh-CN" altLang="en-US" sz="2400" dirty="0"/>
        </a:p>
      </dgm:t>
    </dgm:pt>
    <dgm:pt modelId="{747A4A98-8991-485C-8772-48C905E10B51}" type="parTrans" cxnId="{912F33B7-9685-4726-87D3-0D89D7C95292}">
      <dgm:prSet/>
      <dgm:spPr/>
      <dgm:t>
        <a:bodyPr/>
        <a:lstStyle/>
        <a:p>
          <a:endParaRPr lang="zh-CN" altLang="en-US"/>
        </a:p>
      </dgm:t>
    </dgm:pt>
    <dgm:pt modelId="{526AE542-4431-44D1-9F7F-A9D9A57480A7}" type="sibTrans" cxnId="{912F33B7-9685-4726-87D3-0D89D7C95292}">
      <dgm:prSet/>
      <dgm:spPr/>
      <dgm:t>
        <a:bodyPr/>
        <a:lstStyle/>
        <a:p>
          <a:endParaRPr lang="zh-CN" altLang="en-US"/>
        </a:p>
      </dgm:t>
    </dgm:pt>
    <dgm:pt modelId="{A122F378-3D85-41F4-80CD-4282719678CA}">
      <dgm:prSet phldrT="[文本]" custT="1"/>
      <dgm:spPr/>
      <dgm:t>
        <a:bodyPr/>
        <a:lstStyle/>
        <a:p>
          <a:r>
            <a:rPr lang="en-US" altLang="zh-CN" sz="2400" dirty="0"/>
            <a:t>Surgical</a:t>
          </a:r>
          <a:endParaRPr lang="zh-CN" altLang="en-US" sz="2400" dirty="0"/>
        </a:p>
      </dgm:t>
    </dgm:pt>
    <dgm:pt modelId="{5234593A-27E5-4C28-812A-6D34518230D1}" type="parTrans" cxnId="{AE8FAF19-7F49-44DC-A54E-9B297B95BF4A}">
      <dgm:prSet/>
      <dgm:spPr/>
      <dgm:t>
        <a:bodyPr/>
        <a:lstStyle/>
        <a:p>
          <a:endParaRPr lang="zh-CN" altLang="en-US"/>
        </a:p>
      </dgm:t>
    </dgm:pt>
    <dgm:pt modelId="{750CE9C2-8C0E-43B7-81D8-0A80C7B84DCC}" type="sibTrans" cxnId="{AE8FAF19-7F49-44DC-A54E-9B297B95BF4A}">
      <dgm:prSet/>
      <dgm:spPr/>
      <dgm:t>
        <a:bodyPr/>
        <a:lstStyle/>
        <a:p>
          <a:endParaRPr lang="zh-CN" altLang="en-US"/>
        </a:p>
      </dgm:t>
    </dgm:pt>
    <dgm:pt modelId="{7999686B-DF49-452C-8D0C-352EEE1C58EF}">
      <dgm:prSet phldrT="[文本]" custT="1"/>
      <dgm:spPr/>
      <dgm:t>
        <a:bodyPr/>
        <a:lstStyle/>
        <a:p>
          <a:r>
            <a:rPr lang="en-US" altLang="zh-CN" sz="2400" dirty="0"/>
            <a:t>Mental Rehabilitation </a:t>
          </a:r>
          <a:endParaRPr lang="zh-CN" altLang="en-US" sz="2400" dirty="0"/>
        </a:p>
      </dgm:t>
    </dgm:pt>
    <dgm:pt modelId="{6BA744E9-7316-4CB8-9964-6CA1F5CA91FF}" type="parTrans" cxnId="{115D9185-4730-4D1C-8420-67ACDA532C46}">
      <dgm:prSet/>
      <dgm:spPr/>
      <dgm:t>
        <a:bodyPr/>
        <a:lstStyle/>
        <a:p>
          <a:endParaRPr lang="zh-CN" altLang="en-US"/>
        </a:p>
      </dgm:t>
    </dgm:pt>
    <dgm:pt modelId="{269FA2B4-0555-4AF5-9C2F-52077F04EB57}" type="sibTrans" cxnId="{115D9185-4730-4D1C-8420-67ACDA532C46}">
      <dgm:prSet/>
      <dgm:spPr/>
      <dgm:t>
        <a:bodyPr/>
        <a:lstStyle/>
        <a:p>
          <a:endParaRPr lang="zh-CN" altLang="en-US"/>
        </a:p>
      </dgm:t>
    </dgm:pt>
    <dgm:pt modelId="{BE91AB3E-085E-4446-9F48-037D9F0F96CD}" type="pres">
      <dgm:prSet presAssocID="{7518406B-7820-4949-A7EB-C7F113A1058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416B003-7C71-42BB-AA3C-2A3DA8EEEE34}" type="pres">
      <dgm:prSet presAssocID="{7518406B-7820-4949-A7EB-C7F113A10587}" presName="hierFlow" presStyleCnt="0"/>
      <dgm:spPr/>
      <dgm:t>
        <a:bodyPr/>
        <a:lstStyle/>
        <a:p>
          <a:endParaRPr lang="zh-CN" altLang="en-US"/>
        </a:p>
      </dgm:t>
    </dgm:pt>
    <dgm:pt modelId="{46526AF4-A4C3-4FB7-BA8C-371D83BD4384}" type="pres">
      <dgm:prSet presAssocID="{7518406B-7820-4949-A7EB-C7F113A10587}" presName="hierChild1" presStyleCnt="0">
        <dgm:presLayoutVars>
          <dgm:chPref val="1"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5425620-CF3E-4497-8A45-448D0AF5DBE7}" type="pres">
      <dgm:prSet presAssocID="{9FD80B43-63C6-46A4-97CE-A85B6E08ED22}" presName="Name14" presStyleCnt="0"/>
      <dgm:spPr/>
      <dgm:t>
        <a:bodyPr/>
        <a:lstStyle/>
        <a:p>
          <a:endParaRPr lang="zh-CN" altLang="en-US"/>
        </a:p>
      </dgm:t>
    </dgm:pt>
    <dgm:pt modelId="{09633328-BBCA-4B03-8C5B-AF4C5F80D0F9}" type="pres">
      <dgm:prSet presAssocID="{9FD80B43-63C6-46A4-97CE-A85B6E08ED22}" presName="level1Shape" presStyleLbl="node0" presStyleIdx="0" presStyleCnt="1" custScaleX="16470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676C7DC-45CF-4B31-A665-A580A07030D4}" type="pres">
      <dgm:prSet presAssocID="{9FD80B43-63C6-46A4-97CE-A85B6E08ED22}" presName="hierChild2" presStyleCnt="0"/>
      <dgm:spPr/>
      <dgm:t>
        <a:bodyPr/>
        <a:lstStyle/>
        <a:p>
          <a:endParaRPr lang="zh-CN" altLang="en-US"/>
        </a:p>
      </dgm:t>
    </dgm:pt>
    <dgm:pt modelId="{3AFB5A71-3A78-4E39-B815-FAC334A471DF}" type="pres">
      <dgm:prSet presAssocID="{388B2A32-6292-4BC6-8ACF-746C1DC6AE95}" presName="Name19" presStyleLbl="parChTrans1D2" presStyleIdx="0" presStyleCnt="4"/>
      <dgm:spPr/>
      <dgm:t>
        <a:bodyPr/>
        <a:lstStyle/>
        <a:p>
          <a:endParaRPr lang="zh-CN" altLang="en-US"/>
        </a:p>
      </dgm:t>
    </dgm:pt>
    <dgm:pt modelId="{9F0D4A3B-2B8C-44FB-9D02-4EAE1E1F5172}" type="pres">
      <dgm:prSet presAssocID="{60183093-1AEB-4393-8BF6-B74133840C18}" presName="Name21" presStyleCnt="0"/>
      <dgm:spPr/>
      <dgm:t>
        <a:bodyPr/>
        <a:lstStyle/>
        <a:p>
          <a:endParaRPr lang="zh-CN" altLang="en-US"/>
        </a:p>
      </dgm:t>
    </dgm:pt>
    <dgm:pt modelId="{07921511-F9A7-46E0-B881-B692EFCE6620}" type="pres">
      <dgm:prSet presAssocID="{60183093-1AEB-4393-8BF6-B74133840C18}" presName="level2Shape" presStyleLbl="node2" presStyleIdx="0" presStyleCnt="4" custScaleX="161268"/>
      <dgm:spPr/>
      <dgm:t>
        <a:bodyPr/>
        <a:lstStyle/>
        <a:p>
          <a:endParaRPr lang="zh-CN" altLang="en-US"/>
        </a:p>
      </dgm:t>
    </dgm:pt>
    <dgm:pt modelId="{A9C3F45A-863E-4A46-B54D-243CE197AD5E}" type="pres">
      <dgm:prSet presAssocID="{60183093-1AEB-4393-8BF6-B74133840C18}" presName="hierChild3" presStyleCnt="0"/>
      <dgm:spPr/>
      <dgm:t>
        <a:bodyPr/>
        <a:lstStyle/>
        <a:p>
          <a:endParaRPr lang="zh-CN" altLang="en-US"/>
        </a:p>
      </dgm:t>
    </dgm:pt>
    <dgm:pt modelId="{E8855E01-AB9B-4B68-9335-165D6C27C12D}" type="pres">
      <dgm:prSet presAssocID="{747A4A98-8991-485C-8772-48C905E10B51}" presName="Name19" presStyleLbl="parChTrans1D2" presStyleIdx="1" presStyleCnt="4"/>
      <dgm:spPr/>
      <dgm:t>
        <a:bodyPr/>
        <a:lstStyle/>
        <a:p>
          <a:endParaRPr lang="zh-CN" altLang="en-US"/>
        </a:p>
      </dgm:t>
    </dgm:pt>
    <dgm:pt modelId="{55132A48-1159-4FE0-8028-4C7BD8A90552}" type="pres">
      <dgm:prSet presAssocID="{D78DC032-36D6-4168-9DC2-5FEE7CB98E59}" presName="Name21" presStyleCnt="0"/>
      <dgm:spPr/>
      <dgm:t>
        <a:bodyPr/>
        <a:lstStyle/>
        <a:p>
          <a:endParaRPr lang="zh-CN" altLang="en-US"/>
        </a:p>
      </dgm:t>
    </dgm:pt>
    <dgm:pt modelId="{5CF44D8D-761D-4278-B2E1-D1C4BE07F47E}" type="pres">
      <dgm:prSet presAssocID="{D78DC032-36D6-4168-9DC2-5FEE7CB98E59}" presName="level2Shape" presStyleLbl="node2" presStyleIdx="1" presStyleCnt="4" custScaleX="114272"/>
      <dgm:spPr/>
      <dgm:t>
        <a:bodyPr/>
        <a:lstStyle/>
        <a:p>
          <a:endParaRPr lang="zh-CN" altLang="en-US"/>
        </a:p>
      </dgm:t>
    </dgm:pt>
    <dgm:pt modelId="{A4C0F4F8-E129-432B-9460-3422A1B1DE12}" type="pres">
      <dgm:prSet presAssocID="{D78DC032-36D6-4168-9DC2-5FEE7CB98E59}" presName="hierChild3" presStyleCnt="0"/>
      <dgm:spPr/>
      <dgm:t>
        <a:bodyPr/>
        <a:lstStyle/>
        <a:p>
          <a:endParaRPr lang="zh-CN" altLang="en-US"/>
        </a:p>
      </dgm:t>
    </dgm:pt>
    <dgm:pt modelId="{27F3F66E-07F2-4B8E-8BC0-B4DD8BAB4203}" type="pres">
      <dgm:prSet presAssocID="{5234593A-27E5-4C28-812A-6D34518230D1}" presName="Name19" presStyleLbl="parChTrans1D2" presStyleIdx="2" presStyleCnt="4"/>
      <dgm:spPr/>
      <dgm:t>
        <a:bodyPr/>
        <a:lstStyle/>
        <a:p>
          <a:endParaRPr lang="zh-CN" altLang="en-US"/>
        </a:p>
      </dgm:t>
    </dgm:pt>
    <dgm:pt modelId="{1ACF6850-BD0C-4A48-A32B-00BD28F21A51}" type="pres">
      <dgm:prSet presAssocID="{A122F378-3D85-41F4-80CD-4282719678CA}" presName="Name21" presStyleCnt="0"/>
      <dgm:spPr/>
      <dgm:t>
        <a:bodyPr/>
        <a:lstStyle/>
        <a:p>
          <a:endParaRPr lang="zh-CN" altLang="en-US"/>
        </a:p>
      </dgm:t>
    </dgm:pt>
    <dgm:pt modelId="{37BC7AB5-5F34-4C8D-8C3E-9B626328B001}" type="pres">
      <dgm:prSet presAssocID="{A122F378-3D85-41F4-80CD-4282719678CA}" presName="level2Shape" presStyleLbl="node2" presStyleIdx="2" presStyleCnt="4" custScaleX="105030"/>
      <dgm:spPr/>
      <dgm:t>
        <a:bodyPr/>
        <a:lstStyle/>
        <a:p>
          <a:endParaRPr lang="zh-CN" altLang="en-US"/>
        </a:p>
      </dgm:t>
    </dgm:pt>
    <dgm:pt modelId="{CA9EE1B8-2DCE-4AA0-8357-2D4961B09436}" type="pres">
      <dgm:prSet presAssocID="{A122F378-3D85-41F4-80CD-4282719678CA}" presName="hierChild3" presStyleCnt="0"/>
      <dgm:spPr/>
      <dgm:t>
        <a:bodyPr/>
        <a:lstStyle/>
        <a:p>
          <a:endParaRPr lang="zh-CN" altLang="en-US"/>
        </a:p>
      </dgm:t>
    </dgm:pt>
    <dgm:pt modelId="{5B41B692-8537-4FC9-9BBB-1CE2D89E16A9}" type="pres">
      <dgm:prSet presAssocID="{6BA744E9-7316-4CB8-9964-6CA1F5CA91FF}" presName="Name19" presStyleLbl="parChTrans1D2" presStyleIdx="3" presStyleCnt="4"/>
      <dgm:spPr/>
      <dgm:t>
        <a:bodyPr/>
        <a:lstStyle/>
        <a:p>
          <a:endParaRPr lang="zh-CN" altLang="en-US"/>
        </a:p>
      </dgm:t>
    </dgm:pt>
    <dgm:pt modelId="{62BD340A-9A0C-45F3-9151-F18A78AC67F2}" type="pres">
      <dgm:prSet presAssocID="{7999686B-DF49-452C-8D0C-352EEE1C58EF}" presName="Name21" presStyleCnt="0"/>
      <dgm:spPr/>
      <dgm:t>
        <a:bodyPr/>
        <a:lstStyle/>
        <a:p>
          <a:endParaRPr lang="zh-CN" altLang="en-US"/>
        </a:p>
      </dgm:t>
    </dgm:pt>
    <dgm:pt modelId="{E635A7CF-F7EA-4A8C-A9A8-742F6880D9C4}" type="pres">
      <dgm:prSet presAssocID="{7999686B-DF49-452C-8D0C-352EEE1C58EF}" presName="level2Shape" presStyleLbl="node2" presStyleIdx="3" presStyleCnt="4" custScaleX="164022"/>
      <dgm:spPr/>
      <dgm:t>
        <a:bodyPr/>
        <a:lstStyle/>
        <a:p>
          <a:endParaRPr lang="zh-CN" altLang="en-US"/>
        </a:p>
      </dgm:t>
    </dgm:pt>
    <dgm:pt modelId="{9EC3BB75-A395-4078-8DEA-0643687D8E96}" type="pres">
      <dgm:prSet presAssocID="{7999686B-DF49-452C-8D0C-352EEE1C58EF}" presName="hierChild3" presStyleCnt="0"/>
      <dgm:spPr/>
      <dgm:t>
        <a:bodyPr/>
        <a:lstStyle/>
        <a:p>
          <a:endParaRPr lang="zh-CN" altLang="en-US"/>
        </a:p>
      </dgm:t>
    </dgm:pt>
    <dgm:pt modelId="{5001EC1A-A500-4879-BF36-6B2B1CAEDFD0}" type="pres">
      <dgm:prSet presAssocID="{7518406B-7820-4949-A7EB-C7F113A10587}" presName="bgShapesFlow" presStyleCnt="0"/>
      <dgm:spPr/>
      <dgm:t>
        <a:bodyPr/>
        <a:lstStyle/>
        <a:p>
          <a:endParaRPr lang="zh-CN" altLang="en-US"/>
        </a:p>
      </dgm:t>
    </dgm:pt>
  </dgm:ptLst>
  <dgm:cxnLst>
    <dgm:cxn modelId="{9E57FD59-8DDB-4C12-A2C2-06A36B50E56C}" type="presOf" srcId="{5234593A-27E5-4C28-812A-6D34518230D1}" destId="{27F3F66E-07F2-4B8E-8BC0-B4DD8BAB4203}" srcOrd="0" destOrd="0" presId="urn:microsoft.com/office/officeart/2005/8/layout/hierarchy6"/>
    <dgm:cxn modelId="{4AF066E4-B421-4514-AA60-DE098C8081E5}" type="presOf" srcId="{7999686B-DF49-452C-8D0C-352EEE1C58EF}" destId="{E635A7CF-F7EA-4A8C-A9A8-742F6880D9C4}" srcOrd="0" destOrd="0" presId="urn:microsoft.com/office/officeart/2005/8/layout/hierarchy6"/>
    <dgm:cxn modelId="{2ABC645A-7BC5-4E7A-8179-8B1BC05E5FD7}" type="presOf" srcId="{D78DC032-36D6-4168-9DC2-5FEE7CB98E59}" destId="{5CF44D8D-761D-4278-B2E1-D1C4BE07F47E}" srcOrd="0" destOrd="0" presId="urn:microsoft.com/office/officeart/2005/8/layout/hierarchy6"/>
    <dgm:cxn modelId="{32790236-E505-40A1-A5CE-13F59A9E263B}" type="presOf" srcId="{7518406B-7820-4949-A7EB-C7F113A10587}" destId="{BE91AB3E-085E-4446-9F48-037D9F0F96CD}" srcOrd="0" destOrd="0" presId="urn:microsoft.com/office/officeart/2005/8/layout/hierarchy6"/>
    <dgm:cxn modelId="{8DC18BA9-D48D-4B83-8687-42F4564397A9}" type="presOf" srcId="{388B2A32-6292-4BC6-8ACF-746C1DC6AE95}" destId="{3AFB5A71-3A78-4E39-B815-FAC334A471DF}" srcOrd="0" destOrd="0" presId="urn:microsoft.com/office/officeart/2005/8/layout/hierarchy6"/>
    <dgm:cxn modelId="{912F33B7-9685-4726-87D3-0D89D7C95292}" srcId="{9FD80B43-63C6-46A4-97CE-A85B6E08ED22}" destId="{D78DC032-36D6-4168-9DC2-5FEE7CB98E59}" srcOrd="1" destOrd="0" parTransId="{747A4A98-8991-485C-8772-48C905E10B51}" sibTransId="{526AE542-4431-44D1-9F7F-A9D9A57480A7}"/>
    <dgm:cxn modelId="{DC376857-90BE-4EFB-8D63-CBA3E93F594D}" type="presOf" srcId="{A122F378-3D85-41F4-80CD-4282719678CA}" destId="{37BC7AB5-5F34-4C8D-8C3E-9B626328B001}" srcOrd="0" destOrd="0" presId="urn:microsoft.com/office/officeart/2005/8/layout/hierarchy6"/>
    <dgm:cxn modelId="{AE8FAF19-7F49-44DC-A54E-9B297B95BF4A}" srcId="{9FD80B43-63C6-46A4-97CE-A85B6E08ED22}" destId="{A122F378-3D85-41F4-80CD-4282719678CA}" srcOrd="2" destOrd="0" parTransId="{5234593A-27E5-4C28-812A-6D34518230D1}" sibTransId="{750CE9C2-8C0E-43B7-81D8-0A80C7B84DCC}"/>
    <dgm:cxn modelId="{034F8F8D-755B-48A4-89E2-E66152799FBF}" srcId="{9FD80B43-63C6-46A4-97CE-A85B6E08ED22}" destId="{60183093-1AEB-4393-8BF6-B74133840C18}" srcOrd="0" destOrd="0" parTransId="{388B2A32-6292-4BC6-8ACF-746C1DC6AE95}" sibTransId="{54F36313-B01E-4ACD-987D-B51C8B73124D}"/>
    <dgm:cxn modelId="{262C0878-7B0C-4383-828C-F2BF7EA9C015}" srcId="{7518406B-7820-4949-A7EB-C7F113A10587}" destId="{9FD80B43-63C6-46A4-97CE-A85B6E08ED22}" srcOrd="0" destOrd="0" parTransId="{AD1C0308-FAEA-427A-94AA-DF0CD452CFC8}" sibTransId="{257576DB-314C-472D-804B-448B84EA05DE}"/>
    <dgm:cxn modelId="{0C0CA4E1-D736-4666-9A57-1C99835306B1}" type="presOf" srcId="{60183093-1AEB-4393-8BF6-B74133840C18}" destId="{07921511-F9A7-46E0-B881-B692EFCE6620}" srcOrd="0" destOrd="0" presId="urn:microsoft.com/office/officeart/2005/8/layout/hierarchy6"/>
    <dgm:cxn modelId="{1D8CF207-C8F5-4931-84C2-CC21E90C99FF}" type="presOf" srcId="{747A4A98-8991-485C-8772-48C905E10B51}" destId="{E8855E01-AB9B-4B68-9335-165D6C27C12D}" srcOrd="0" destOrd="0" presId="urn:microsoft.com/office/officeart/2005/8/layout/hierarchy6"/>
    <dgm:cxn modelId="{05FCBC4E-93B5-4EEE-8485-10DD661DC0E3}" type="presOf" srcId="{9FD80B43-63C6-46A4-97CE-A85B6E08ED22}" destId="{09633328-BBCA-4B03-8C5B-AF4C5F80D0F9}" srcOrd="0" destOrd="0" presId="urn:microsoft.com/office/officeart/2005/8/layout/hierarchy6"/>
    <dgm:cxn modelId="{32AA1C14-481F-4251-A51A-FCF3DF5112E8}" type="presOf" srcId="{6BA744E9-7316-4CB8-9964-6CA1F5CA91FF}" destId="{5B41B692-8537-4FC9-9BBB-1CE2D89E16A9}" srcOrd="0" destOrd="0" presId="urn:microsoft.com/office/officeart/2005/8/layout/hierarchy6"/>
    <dgm:cxn modelId="{115D9185-4730-4D1C-8420-67ACDA532C46}" srcId="{9FD80B43-63C6-46A4-97CE-A85B6E08ED22}" destId="{7999686B-DF49-452C-8D0C-352EEE1C58EF}" srcOrd="3" destOrd="0" parTransId="{6BA744E9-7316-4CB8-9964-6CA1F5CA91FF}" sibTransId="{269FA2B4-0555-4AF5-9C2F-52077F04EB57}"/>
    <dgm:cxn modelId="{2FB67768-0899-4CBA-9734-C96F6AE2FA77}" type="presParOf" srcId="{BE91AB3E-085E-4446-9F48-037D9F0F96CD}" destId="{A416B003-7C71-42BB-AA3C-2A3DA8EEEE34}" srcOrd="0" destOrd="0" presId="urn:microsoft.com/office/officeart/2005/8/layout/hierarchy6"/>
    <dgm:cxn modelId="{5D85536D-D827-4678-9591-EAF56E995868}" type="presParOf" srcId="{A416B003-7C71-42BB-AA3C-2A3DA8EEEE34}" destId="{46526AF4-A4C3-4FB7-BA8C-371D83BD4384}" srcOrd="0" destOrd="0" presId="urn:microsoft.com/office/officeart/2005/8/layout/hierarchy6"/>
    <dgm:cxn modelId="{45F6E718-8C24-4D5F-A1B8-D19084C04872}" type="presParOf" srcId="{46526AF4-A4C3-4FB7-BA8C-371D83BD4384}" destId="{65425620-CF3E-4497-8A45-448D0AF5DBE7}" srcOrd="0" destOrd="0" presId="urn:microsoft.com/office/officeart/2005/8/layout/hierarchy6"/>
    <dgm:cxn modelId="{AC8619DF-9CE2-4F32-AAD6-E713ABE25F18}" type="presParOf" srcId="{65425620-CF3E-4497-8A45-448D0AF5DBE7}" destId="{09633328-BBCA-4B03-8C5B-AF4C5F80D0F9}" srcOrd="0" destOrd="0" presId="urn:microsoft.com/office/officeart/2005/8/layout/hierarchy6"/>
    <dgm:cxn modelId="{375EA263-8DAD-42E6-BBF3-90406894153D}" type="presParOf" srcId="{65425620-CF3E-4497-8A45-448D0AF5DBE7}" destId="{1676C7DC-45CF-4B31-A665-A580A07030D4}" srcOrd="1" destOrd="0" presId="urn:microsoft.com/office/officeart/2005/8/layout/hierarchy6"/>
    <dgm:cxn modelId="{FF18FFF8-80C1-4DFE-B4BC-F31929D4353B}" type="presParOf" srcId="{1676C7DC-45CF-4B31-A665-A580A07030D4}" destId="{3AFB5A71-3A78-4E39-B815-FAC334A471DF}" srcOrd="0" destOrd="0" presId="urn:microsoft.com/office/officeart/2005/8/layout/hierarchy6"/>
    <dgm:cxn modelId="{B327C0CB-A66B-4092-92FC-7EEECF652D5D}" type="presParOf" srcId="{1676C7DC-45CF-4B31-A665-A580A07030D4}" destId="{9F0D4A3B-2B8C-44FB-9D02-4EAE1E1F5172}" srcOrd="1" destOrd="0" presId="urn:microsoft.com/office/officeart/2005/8/layout/hierarchy6"/>
    <dgm:cxn modelId="{16182CC6-71D9-4328-A307-EB985C2886C9}" type="presParOf" srcId="{9F0D4A3B-2B8C-44FB-9D02-4EAE1E1F5172}" destId="{07921511-F9A7-46E0-B881-B692EFCE6620}" srcOrd="0" destOrd="0" presId="urn:microsoft.com/office/officeart/2005/8/layout/hierarchy6"/>
    <dgm:cxn modelId="{9B754585-DB3E-4A19-9530-D69311117E55}" type="presParOf" srcId="{9F0D4A3B-2B8C-44FB-9D02-4EAE1E1F5172}" destId="{A9C3F45A-863E-4A46-B54D-243CE197AD5E}" srcOrd="1" destOrd="0" presId="urn:microsoft.com/office/officeart/2005/8/layout/hierarchy6"/>
    <dgm:cxn modelId="{DEF68605-38F0-47A3-9C1E-B3D614586BAB}" type="presParOf" srcId="{1676C7DC-45CF-4B31-A665-A580A07030D4}" destId="{E8855E01-AB9B-4B68-9335-165D6C27C12D}" srcOrd="2" destOrd="0" presId="urn:microsoft.com/office/officeart/2005/8/layout/hierarchy6"/>
    <dgm:cxn modelId="{F0BB9E1D-8D36-4FD6-9295-45FB23B12AA2}" type="presParOf" srcId="{1676C7DC-45CF-4B31-A665-A580A07030D4}" destId="{55132A48-1159-4FE0-8028-4C7BD8A90552}" srcOrd="3" destOrd="0" presId="urn:microsoft.com/office/officeart/2005/8/layout/hierarchy6"/>
    <dgm:cxn modelId="{7DFD980F-C32F-4A59-BAE1-ECB176C8A63D}" type="presParOf" srcId="{55132A48-1159-4FE0-8028-4C7BD8A90552}" destId="{5CF44D8D-761D-4278-B2E1-D1C4BE07F47E}" srcOrd="0" destOrd="0" presId="urn:microsoft.com/office/officeart/2005/8/layout/hierarchy6"/>
    <dgm:cxn modelId="{453FD192-AD93-485F-BD54-3B42E614BB2D}" type="presParOf" srcId="{55132A48-1159-4FE0-8028-4C7BD8A90552}" destId="{A4C0F4F8-E129-432B-9460-3422A1B1DE12}" srcOrd="1" destOrd="0" presId="urn:microsoft.com/office/officeart/2005/8/layout/hierarchy6"/>
    <dgm:cxn modelId="{4F4707DF-517A-4F2B-83DA-E7398333FA8A}" type="presParOf" srcId="{1676C7DC-45CF-4B31-A665-A580A07030D4}" destId="{27F3F66E-07F2-4B8E-8BC0-B4DD8BAB4203}" srcOrd="4" destOrd="0" presId="urn:microsoft.com/office/officeart/2005/8/layout/hierarchy6"/>
    <dgm:cxn modelId="{FC82A5DD-6C6B-49EF-A42A-59B0334D56A5}" type="presParOf" srcId="{1676C7DC-45CF-4B31-A665-A580A07030D4}" destId="{1ACF6850-BD0C-4A48-A32B-00BD28F21A51}" srcOrd="5" destOrd="0" presId="urn:microsoft.com/office/officeart/2005/8/layout/hierarchy6"/>
    <dgm:cxn modelId="{0FD2F283-F8EB-4ACC-AA42-921EA4C16705}" type="presParOf" srcId="{1ACF6850-BD0C-4A48-A32B-00BD28F21A51}" destId="{37BC7AB5-5F34-4C8D-8C3E-9B626328B001}" srcOrd="0" destOrd="0" presId="urn:microsoft.com/office/officeart/2005/8/layout/hierarchy6"/>
    <dgm:cxn modelId="{1F104B54-C1C1-4D16-B236-AF266A42A0A7}" type="presParOf" srcId="{1ACF6850-BD0C-4A48-A32B-00BD28F21A51}" destId="{CA9EE1B8-2DCE-4AA0-8357-2D4961B09436}" srcOrd="1" destOrd="0" presId="urn:microsoft.com/office/officeart/2005/8/layout/hierarchy6"/>
    <dgm:cxn modelId="{124871FB-99F1-4CE2-8338-F1EB4BF61DDB}" type="presParOf" srcId="{1676C7DC-45CF-4B31-A665-A580A07030D4}" destId="{5B41B692-8537-4FC9-9BBB-1CE2D89E16A9}" srcOrd="6" destOrd="0" presId="urn:microsoft.com/office/officeart/2005/8/layout/hierarchy6"/>
    <dgm:cxn modelId="{27E3A187-692B-4412-AFF9-867C85B38BA4}" type="presParOf" srcId="{1676C7DC-45CF-4B31-A665-A580A07030D4}" destId="{62BD340A-9A0C-45F3-9151-F18A78AC67F2}" srcOrd="7" destOrd="0" presId="urn:microsoft.com/office/officeart/2005/8/layout/hierarchy6"/>
    <dgm:cxn modelId="{94BAF144-A357-4E2C-BCB7-A0FECBF0B6EB}" type="presParOf" srcId="{62BD340A-9A0C-45F3-9151-F18A78AC67F2}" destId="{E635A7CF-F7EA-4A8C-A9A8-742F6880D9C4}" srcOrd="0" destOrd="0" presId="urn:microsoft.com/office/officeart/2005/8/layout/hierarchy6"/>
    <dgm:cxn modelId="{1D16EC65-34F6-4254-B317-E9D86CE813EA}" type="presParOf" srcId="{62BD340A-9A0C-45F3-9151-F18A78AC67F2}" destId="{9EC3BB75-A395-4078-8DEA-0643687D8E96}" srcOrd="1" destOrd="0" presId="urn:microsoft.com/office/officeart/2005/8/layout/hierarchy6"/>
    <dgm:cxn modelId="{338CA9B4-8D88-4A22-90CA-6AC5F2532266}" type="presParOf" srcId="{BE91AB3E-085E-4446-9F48-037D9F0F96CD}" destId="{5001EC1A-A500-4879-BF36-6B2B1CAEDFD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33328-BBCA-4B03-8C5B-AF4C5F80D0F9}">
      <dsp:nvSpPr>
        <dsp:cNvPr id="0" name=""/>
        <dsp:cNvSpPr/>
      </dsp:nvSpPr>
      <dsp:spPr>
        <a:xfrm>
          <a:off x="3199704" y="975861"/>
          <a:ext cx="2240955" cy="9070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kern="1200" dirty="0"/>
            <a:t>Healthcare Robot</a:t>
          </a:r>
          <a:endParaRPr lang="zh-CN" altLang="en-US" sz="2800" kern="1200" dirty="0"/>
        </a:p>
      </dsp:txBody>
      <dsp:txXfrm>
        <a:off x="3226271" y="1002428"/>
        <a:ext cx="2187821" cy="853935"/>
      </dsp:txXfrm>
    </dsp:sp>
    <dsp:sp modelId="{3AFB5A71-3A78-4E39-B815-FAC334A471DF}">
      <dsp:nvSpPr>
        <dsp:cNvPr id="0" name=""/>
        <dsp:cNvSpPr/>
      </dsp:nvSpPr>
      <dsp:spPr>
        <a:xfrm>
          <a:off x="1100148" y="1882930"/>
          <a:ext cx="3220033" cy="362827"/>
        </a:xfrm>
        <a:custGeom>
          <a:avLst/>
          <a:gdLst/>
          <a:ahLst/>
          <a:cxnLst/>
          <a:rect l="0" t="0" r="0" b="0"/>
          <a:pathLst>
            <a:path>
              <a:moveTo>
                <a:pt x="3220033" y="0"/>
              </a:moveTo>
              <a:lnTo>
                <a:pt x="3220033" y="181413"/>
              </a:lnTo>
              <a:lnTo>
                <a:pt x="0" y="181413"/>
              </a:lnTo>
              <a:lnTo>
                <a:pt x="0" y="36282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21511-F9A7-46E0-B881-B692EFCE6620}">
      <dsp:nvSpPr>
        <dsp:cNvPr id="0" name=""/>
        <dsp:cNvSpPr/>
      </dsp:nvSpPr>
      <dsp:spPr>
        <a:xfrm>
          <a:off x="3039" y="2245758"/>
          <a:ext cx="2194219" cy="9070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/>
            <a:t>Transportation</a:t>
          </a:r>
          <a:endParaRPr lang="zh-CN" altLang="en-US" sz="2400" kern="1200" dirty="0"/>
        </a:p>
      </dsp:txBody>
      <dsp:txXfrm>
        <a:off x="29606" y="2272325"/>
        <a:ext cx="2141085" cy="853935"/>
      </dsp:txXfrm>
    </dsp:sp>
    <dsp:sp modelId="{E8855E01-AB9B-4B68-9335-165D6C27C12D}">
      <dsp:nvSpPr>
        <dsp:cNvPr id="0" name=""/>
        <dsp:cNvSpPr/>
      </dsp:nvSpPr>
      <dsp:spPr>
        <a:xfrm>
          <a:off x="3382834" y="1882930"/>
          <a:ext cx="937347" cy="362827"/>
        </a:xfrm>
        <a:custGeom>
          <a:avLst/>
          <a:gdLst/>
          <a:ahLst/>
          <a:cxnLst/>
          <a:rect l="0" t="0" r="0" b="0"/>
          <a:pathLst>
            <a:path>
              <a:moveTo>
                <a:pt x="937347" y="0"/>
              </a:moveTo>
              <a:lnTo>
                <a:pt x="937347" y="181413"/>
              </a:lnTo>
              <a:lnTo>
                <a:pt x="0" y="181413"/>
              </a:lnTo>
              <a:lnTo>
                <a:pt x="0" y="36282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F44D8D-761D-4278-B2E1-D1C4BE07F47E}">
      <dsp:nvSpPr>
        <dsp:cNvPr id="0" name=""/>
        <dsp:cNvSpPr/>
      </dsp:nvSpPr>
      <dsp:spPr>
        <a:xfrm>
          <a:off x="2605439" y="2245758"/>
          <a:ext cx="1554789" cy="9070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/>
            <a:t>Remote Control </a:t>
          </a:r>
          <a:endParaRPr lang="zh-CN" altLang="en-US" sz="2400" kern="1200" dirty="0"/>
        </a:p>
      </dsp:txBody>
      <dsp:txXfrm>
        <a:off x="2632006" y="2272325"/>
        <a:ext cx="1501655" cy="853935"/>
      </dsp:txXfrm>
    </dsp:sp>
    <dsp:sp modelId="{27F3F66E-07F2-4B8E-8BC0-B4DD8BAB4203}">
      <dsp:nvSpPr>
        <dsp:cNvPr id="0" name=""/>
        <dsp:cNvSpPr/>
      </dsp:nvSpPr>
      <dsp:spPr>
        <a:xfrm>
          <a:off x="4320182" y="1882930"/>
          <a:ext cx="962749" cy="362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413"/>
              </a:lnTo>
              <a:lnTo>
                <a:pt x="962749" y="181413"/>
              </a:lnTo>
              <a:lnTo>
                <a:pt x="962749" y="36282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BC7AB5-5F34-4C8D-8C3E-9B626328B001}">
      <dsp:nvSpPr>
        <dsp:cNvPr id="0" name=""/>
        <dsp:cNvSpPr/>
      </dsp:nvSpPr>
      <dsp:spPr>
        <a:xfrm>
          <a:off x="4568410" y="2245758"/>
          <a:ext cx="1429042" cy="9070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/>
            <a:t>Surgical</a:t>
          </a:r>
          <a:endParaRPr lang="zh-CN" altLang="en-US" sz="2400" kern="1200" dirty="0"/>
        </a:p>
      </dsp:txBody>
      <dsp:txXfrm>
        <a:off x="4594977" y="2272325"/>
        <a:ext cx="1375908" cy="853935"/>
      </dsp:txXfrm>
    </dsp:sp>
    <dsp:sp modelId="{5B41B692-8537-4FC9-9BBB-1CE2D89E16A9}">
      <dsp:nvSpPr>
        <dsp:cNvPr id="0" name=""/>
        <dsp:cNvSpPr/>
      </dsp:nvSpPr>
      <dsp:spPr>
        <a:xfrm>
          <a:off x="4320182" y="1882930"/>
          <a:ext cx="3201297" cy="362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413"/>
              </a:lnTo>
              <a:lnTo>
                <a:pt x="3201297" y="181413"/>
              </a:lnTo>
              <a:lnTo>
                <a:pt x="3201297" y="36282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5A7CF-F7EA-4A8C-A9A8-742F6880D9C4}">
      <dsp:nvSpPr>
        <dsp:cNvPr id="0" name=""/>
        <dsp:cNvSpPr/>
      </dsp:nvSpPr>
      <dsp:spPr>
        <a:xfrm>
          <a:off x="6405634" y="2245758"/>
          <a:ext cx="2231690" cy="9070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/>
            <a:t>Mental Rehabilitation </a:t>
          </a:r>
          <a:endParaRPr lang="zh-CN" altLang="en-US" sz="2400" kern="1200" dirty="0"/>
        </a:p>
      </dsp:txBody>
      <dsp:txXfrm>
        <a:off x="6432201" y="2272325"/>
        <a:ext cx="2178556" cy="853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2019/11/20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 In-time video contact with family members/doctors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 Reduction of the sense of loneliness</a:t>
            </a:r>
            <a:endParaRPr lang="zh-CN" altLang="en-US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08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ṡḷidé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C7F32D-FE46-4636-9D2A-3C9BC4551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599" y="1767750"/>
            <a:ext cx="4880662" cy="4418284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6017" y="4186577"/>
            <a:ext cx="4511609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506017" y="1130301"/>
            <a:ext cx="4511609" cy="2561471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6016" y="5240181"/>
            <a:ext cx="451280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6016" y="5536452"/>
            <a:ext cx="451280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ṡ1iďê"/>
          <p:cNvSpPr/>
          <p:nvPr userDrawn="1"/>
        </p:nvSpPr>
        <p:spPr>
          <a:xfrm>
            <a:off x="104172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310798-764D-4585-9EBE-D4D89C3AD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02" y="1901371"/>
            <a:ext cx="4040598" cy="3055258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4575978" y="2533650"/>
            <a:ext cx="4064389" cy="895350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4576815" y="3429001"/>
            <a:ext cx="4064389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9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44" y="1130300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ṣlíďé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4557531" y="1135064"/>
            <a:ext cx="4081642" cy="3228593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58725" y="5408996"/>
            <a:ext cx="408164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8726" y="5112725"/>
            <a:ext cx="4081642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4E4BD1-F0B6-4293-B1AC-E989DC6D0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63" y="1718991"/>
            <a:ext cx="4880662" cy="44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2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51299" y="6240464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443" y="6240464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49" y="6240464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3.e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5" Type="http://schemas.openxmlformats.org/officeDocument/2006/relationships/image" Target="../media/image12.jpeg"/><Relationship Id="rId4" Type="http://schemas.openxmlformats.org/officeDocument/2006/relationships/notesSlide" Target="../notesSlides/notesSl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0921889089900493" TargetMode="External"/><Relationship Id="rId2" Type="http://schemas.openxmlformats.org/officeDocument/2006/relationships/hyperlink" Target="https://www.cn-healthcare.com/article/20190927/content-52415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aike.baidu.com/item/%E5%8C%BB%E7%94%A8%E6%9C%BA%E5%99%A8%E4%BA%BA/3321806?fr=aladdin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emf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4.xml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ṩḷí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íṡľiḋe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191" y="85844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îšļïḍè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85844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íšḷiḋe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857250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ïṧľíďè"/>
          <p:cNvSpPr>
            <a:spLocks noGrp="1"/>
          </p:cNvSpPr>
          <p:nvPr>
            <p:ph type="ctrTitle"/>
          </p:nvPr>
        </p:nvSpPr>
        <p:spPr>
          <a:xfrm>
            <a:off x="503238" y="1130301"/>
            <a:ext cx="4511609" cy="2561471"/>
          </a:xfrm>
        </p:spPr>
        <p:txBody>
          <a:bodyPr>
            <a:normAutofit fontScale="90000"/>
          </a:bodyPr>
          <a:lstStyle/>
          <a:p>
            <a:r>
              <a:rPr lang="en-US" altLang="zh-CN" sz="27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GROUP 10 </a:t>
            </a: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sz="5475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HOUSEHOLD HEALTHCARE ROBOTS</a:t>
            </a:r>
            <a:endParaRPr lang="zh-CN" altLang="en-US" b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ïsľiḓê"/>
          <p:cNvSpPr>
            <a:spLocks noGrp="1"/>
          </p:cNvSpPr>
          <p:nvPr>
            <p:ph type="body" sz="quarter" idx="10"/>
          </p:nvPr>
        </p:nvSpPr>
        <p:spPr>
          <a:xfrm>
            <a:off x="506016" y="4292867"/>
            <a:ext cx="4512801" cy="1243585"/>
          </a:xfrm>
        </p:spPr>
        <p:txBody>
          <a:bodyPr/>
          <a:lstStyle/>
          <a:p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JIANG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Nanjia</a:t>
            </a:r>
            <a:endParaRPr lang="en-US" altLang="zh-CN" sz="140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140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PAN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Chongdan</a:t>
            </a:r>
            <a:endParaRPr lang="en-US" altLang="zh-CN" sz="1400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QIU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Tianyu</a:t>
            </a:r>
            <a:endParaRPr lang="en-US" altLang="zh-CN" sz="1400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WANG Zibo</a:t>
            </a:r>
            <a:endParaRPr lang="en-US" altLang="zh-CN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ïšļïďè">
            <a:extLst>
              <a:ext uri="{FF2B5EF4-FFF2-40B4-BE49-F238E27FC236}">
                <a16:creationId xmlns:a16="http://schemas.microsoft.com/office/drawing/2014/main" id="{30047CB0-56B6-4C7C-B450-13A4B79BBCB9}"/>
              </a:ext>
            </a:extLst>
          </p:cNvPr>
          <p:cNvSpPr txBox="1"/>
          <p:nvPr/>
        </p:nvSpPr>
        <p:spPr>
          <a:xfrm>
            <a:off x="503238" y="824890"/>
            <a:ext cx="631583" cy="30008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350" spc="-113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VE496</a:t>
            </a:r>
            <a:endParaRPr lang="zh-CN" altLang="en-US" sz="1350" spc="-113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Slîḑ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ïSľïde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529462" y="2132856"/>
            <a:ext cx="8072404" cy="3062706"/>
            <a:chOff x="757282" y="1700808"/>
            <a:chExt cx="10763205" cy="4083608"/>
          </a:xfrm>
        </p:grpSpPr>
        <p:grpSp>
          <p:nvGrpSpPr>
            <p:cNvPr id="6" name="îṥ1ïḓ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ïṧḻîḑe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Introduction </a:t>
                </a:r>
                <a:r>
                  <a:rPr lang="en-US" altLang="zh-CN" b="0" dirty="0" smtClean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sym typeface="+mn-lt"/>
                  </a:rPr>
                  <a:t>---------------------------------------------- </a:t>
                </a: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JIANG </a:t>
                </a:r>
                <a:r>
                  <a:rPr lang="en-US" altLang="zh-CN" b="0" dirty="0" err="1" smtClean="0">
                    <a:latin typeface="+mn-lt"/>
                    <a:ea typeface="+mn-ea"/>
                    <a:sym typeface="+mn-lt"/>
                  </a:rPr>
                  <a:t>Nanjia</a:t>
                </a:r>
                <a:endParaRPr lang="en-US" altLang="zh-CN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Existing Examples</a:t>
                </a:r>
                <a:r>
                  <a:rPr lang="en-US" altLang="zh-CN" b="0" dirty="0" smtClean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sym typeface="+mn-lt"/>
                  </a:rPr>
                  <a:t> ----------------------------------- </a:t>
                </a: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PAN </a:t>
                </a:r>
                <a:r>
                  <a:rPr lang="en-US" altLang="zh-CN" b="0" dirty="0" err="1" smtClean="0">
                    <a:latin typeface="+mn-lt"/>
                    <a:ea typeface="+mn-ea"/>
                    <a:sym typeface="+mn-lt"/>
                  </a:rPr>
                  <a:t>Chongdan</a:t>
                </a:r>
                <a:endParaRPr lang="en-US" altLang="zh-CN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Social Influences</a:t>
                </a:r>
                <a:r>
                  <a:rPr lang="en-US" altLang="zh-CN" b="0" dirty="0" smtClean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sym typeface="+mn-lt"/>
                  </a:rPr>
                  <a:t> ------------------------------------------ </a:t>
                </a: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QIU </a:t>
                </a:r>
                <a:r>
                  <a:rPr lang="en-US" altLang="zh-CN" b="0" dirty="0" err="1" smtClean="0">
                    <a:latin typeface="+mn-lt"/>
                    <a:ea typeface="+mn-ea"/>
                    <a:sym typeface="+mn-lt"/>
                  </a:rPr>
                  <a:t>Tianyu</a:t>
                </a:r>
                <a:endParaRPr lang="en-US" altLang="zh-CN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Conclusion</a:t>
                </a:r>
                <a:r>
                  <a:rPr lang="en-US" altLang="zh-CN" b="0" dirty="0" smtClean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sym typeface="+mn-lt"/>
                  </a:rPr>
                  <a:t> ------------------------------------------------- </a:t>
                </a: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WANG Zibo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smtClean="0">
                    <a:latin typeface="+mn-lt"/>
                    <a:ea typeface="+mn-ea"/>
                    <a:sym typeface="+mn-lt"/>
                  </a:rPr>
                  <a:t>Sources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zh-CN" sz="1200" b="0" dirty="0">
                  <a:latin typeface="+mn-lt"/>
                  <a:ea typeface="+mn-ea"/>
                  <a:sym typeface="+mn-lt"/>
                </a:endParaRPr>
              </a:p>
            </p:txBody>
          </p:sp>
          <p:cxnSp>
            <p:nvCxnSpPr>
              <p:cNvPr id="8" name="ïš1îḍe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ïSliḋé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53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1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îśḻíḓê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ṣḻiḋ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S1îd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Introduction</a:t>
            </a:r>
            <a:endParaRPr lang="zh-CN" altLang="en-US" sz="4000" dirty="0"/>
          </a:p>
        </p:txBody>
      </p:sp>
      <p:sp>
        <p:nvSpPr>
          <p:cNvPr id="6" name="í$ľïḓê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400" dirty="0" smtClean="0"/>
              <a:t>JIANG </a:t>
            </a:r>
            <a:r>
              <a:rPr lang="en-US" altLang="zh-CN" sz="1400" dirty="0" err="1" smtClean="0"/>
              <a:t>Nanjia</a:t>
            </a:r>
            <a:endParaRPr lang="en-US" altLang="zh-CN" sz="1400" dirty="0"/>
          </a:p>
        </p:txBody>
      </p:sp>
      <p:sp>
        <p:nvSpPr>
          <p:cNvPr id="9" name="isļíďe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2049656" y="2761569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Robots in Life</a:t>
            </a:r>
            <a:endParaRPr lang="zh-CN" altLang="en-US" sz="2000" dirty="0"/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4098" name="Picture 2" descr="https://timgsa.baidu.com/timg?image&amp;quality=80&amp;size=b9999_10000&amp;sec=1574190686356&amp;di=8366ad9282f1efa11d7dcd1392fcce80&amp;imgtype=0&amp;src=http%3A%2F%2Fnres.ingdan.com%2Fuploads%2F20161128%2F148031894966879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53" y="1306084"/>
            <a:ext cx="3876929" cy="250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472" y="1968426"/>
            <a:ext cx="3694175" cy="3694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5228" r="6513"/>
          <a:stretch/>
        </p:blipFill>
        <p:spPr>
          <a:xfrm>
            <a:off x="599353" y="3923667"/>
            <a:ext cx="3876929" cy="19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1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New Technologies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5122" name="Picture 2" descr="https://timgsa.baidu.com/timg?image&amp;quality=80&amp;size=b9999_10000&amp;sec=1574191178263&amp;di=78f60cf0429a59e14933e2c46450babe&amp;imgtype=0&amp;src=http%3A%2F%2Fn.sinaimg.cn%2Ftech%2Ftransform%2F70%2Fw550h320%2F20180617%2FSdVw-hcyszsa693187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129" y="1778207"/>
            <a:ext cx="4577871" cy="302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timgsa.baidu.com/timg?image&amp;quality=80&amp;size=b9999_10000&amp;sec=1574191215739&amp;di=07a45f46f541a556dc074c40bface966&amp;imgtype=0&amp;src=http%3A%2F%2Fpic.carnoc.com%2Ffile%2F190223%2F1902230511338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8208"/>
            <a:ext cx="4561268" cy="302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02322" y="4920747"/>
            <a:ext cx="3356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A</a:t>
            </a:r>
            <a:r>
              <a:rPr lang="en-US" altLang="zh-CN" sz="2000" b="1" dirty="0" smtClean="0"/>
              <a:t>utonomous</a:t>
            </a:r>
            <a:r>
              <a:rPr lang="en-US" altLang="zh-CN" sz="2000" b="1" dirty="0"/>
              <a:t> </a:t>
            </a:r>
            <a:r>
              <a:rPr lang="en-US" altLang="zh-CN" sz="2000" b="1" dirty="0" smtClean="0"/>
              <a:t>Service</a:t>
            </a:r>
            <a:endParaRPr lang="zh-CN" altLang="en-US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870292" y="4920747"/>
            <a:ext cx="3969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/>
              <a:t>Remote Information Exchange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07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Pain Points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22" y="2103569"/>
            <a:ext cx="3867849" cy="2650862"/>
          </a:xfrm>
          <a:prstGeom prst="rect">
            <a:avLst/>
          </a:prstGeom>
        </p:spPr>
      </p:pic>
      <p:pic>
        <p:nvPicPr>
          <p:cNvPr id="6146" name="Picture 2" descr="https://5b0988e595225.cdn.sohucs.com/images/20180927/c87f4fde394b40a196502462778c5ad0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471" y="2103569"/>
            <a:ext cx="4258414" cy="26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0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Pain Points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7170" name="Picture 2" descr="http://pics4.baidu.com/feed/aec379310a55b319f2c753e818522123cefc1775.jpeg?token=ffb381d299e3d8836b08c1b817852dff&amp;s=5AA23C62534052EC1FE89DC70100A0A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7" y="1174866"/>
            <a:ext cx="3373551" cy="506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timgsa.baidu.com/timg?image&amp;quality=80&amp;size=b9999_10000&amp;sec=1574169976177&amp;di=c7b08d241fab4a84d3d5b42800bce25c&amp;imgtype=0&amp;src=http%3A%2F%2Fspider.nosdn.127.net%2F494ee6c920823159e7b017f0283f0c8b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867" y="2027214"/>
            <a:ext cx="4648728" cy="361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91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New Solutions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8196" name="Picture 4" descr="https://timgsa.baidu.com/timg?image&amp;quality=80&amp;size=b9999_10000&amp;sec=1574787311&amp;di=5827db2e56c3a85d86fa23024a8b20e4&amp;imgtype=jpg&amp;er=1&amp;src=http%3A%2F%2Fwww.itmsc.cn%2Fuploads%2F1607%2F577067-160F41HJ04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49616"/>
            <a:ext cx="5715000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133856" y="5146719"/>
            <a:ext cx="6876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Household Healthcare Robots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5322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ṣḻiḋ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S1îd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/>
              <a:t>Existing Examples </a:t>
            </a:r>
            <a:endParaRPr lang="zh-CN" altLang="en-US" sz="4000" dirty="0"/>
          </a:p>
        </p:txBody>
      </p:sp>
      <p:sp>
        <p:nvSpPr>
          <p:cNvPr id="6" name="í$ľïḓê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400" dirty="0" smtClean="0"/>
              <a:t>PAN </a:t>
            </a:r>
            <a:r>
              <a:rPr lang="en-US" altLang="zh-CN" sz="1400" dirty="0" err="1" smtClean="0"/>
              <a:t>Chongdan</a:t>
            </a:r>
            <a:endParaRPr lang="en-US" altLang="zh-CN" sz="1400" dirty="0"/>
          </a:p>
        </p:txBody>
      </p:sp>
      <p:sp>
        <p:nvSpPr>
          <p:cNvPr id="9" name="isļíďe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2049656" y="2761569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z="1350" spc="75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97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Healthcare Robot variety</a:t>
            </a:r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230072E4-09F9-4B02-B504-0DA32D1F9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1157236"/>
              </p:ext>
            </p:extLst>
          </p:nvPr>
        </p:nvGraphicFramePr>
        <p:xfrm>
          <a:off x="214289" y="807779"/>
          <a:ext cx="8714232" cy="5639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229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Surgical Robot</a:t>
            </a:r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2443" y="1243584"/>
            <a:ext cx="5496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Da Vinci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medical robot in the world</a:t>
            </a:r>
          </a:p>
          <a:p>
            <a:r>
              <a:rPr lang="en-US" altLang="zh-CN" dirty="0"/>
              <a:t>Solved more than 500 million of </a:t>
            </a:r>
            <a:r>
              <a:rPr lang="en-US" altLang="zh-CN" dirty="0" smtClean="0"/>
              <a:t>operations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731C5C-D382-4EA5-A3E5-F1300DEB8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52" y="2320802"/>
            <a:ext cx="6836905" cy="386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0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Remote Control Telepresence </a:t>
            </a:r>
            <a:r>
              <a:rPr lang="en-US" altLang="zh-CN" sz="2000" dirty="0" smtClean="0"/>
              <a:t>Robot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2443" y="1243584"/>
            <a:ext cx="549602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Giraffe</a:t>
            </a:r>
          </a:p>
          <a:p>
            <a:r>
              <a:rPr lang="en-US" altLang="zh-CN" dirty="0"/>
              <a:t>A bridge between caregivers and receivers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DC419B-D40B-41C6-A1D9-486A3683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93" y="2043802"/>
            <a:ext cx="5842413" cy="407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7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Remote Control Telepresence </a:t>
            </a:r>
            <a:r>
              <a:rPr lang="en-US" altLang="zh-CN" sz="2000" dirty="0" smtClean="0"/>
              <a:t>Robot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2443" y="1243584"/>
            <a:ext cx="549602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Giraffe</a:t>
            </a:r>
          </a:p>
          <a:p>
            <a:r>
              <a:rPr lang="en-US" altLang="zh-CN" dirty="0"/>
              <a:t>A bridge between caregivers and receivers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D2DC6D-D5CD-4EEB-8F40-067159E8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8" b="8528"/>
          <a:stretch>
            <a:fillRect/>
          </a:stretch>
        </p:blipFill>
        <p:spPr>
          <a:xfrm>
            <a:off x="1547415" y="2189185"/>
            <a:ext cx="6047980" cy="390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5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Future of Healthcare Robots</a:t>
            </a:r>
            <a:endParaRPr lang="en-US" altLang="zh-CN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/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4715663E-FD3A-4854-9982-C471539E85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161814"/>
              </p:ext>
            </p:extLst>
          </p:nvPr>
        </p:nvGraphicFramePr>
        <p:xfrm>
          <a:off x="363087" y="1088025"/>
          <a:ext cx="8417827" cy="510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029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ṣḻiḋ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S1îd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/>
              <a:t>Social Influences </a:t>
            </a:r>
            <a:endParaRPr lang="zh-CN" altLang="en-US" sz="4000" dirty="0"/>
          </a:p>
        </p:txBody>
      </p:sp>
      <p:sp>
        <p:nvSpPr>
          <p:cNvPr id="6" name="í$ľïḓê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400" dirty="0" smtClean="0"/>
              <a:t>QIU </a:t>
            </a:r>
            <a:r>
              <a:rPr lang="en-US" altLang="zh-CN" sz="1400" dirty="0" err="1" smtClean="0"/>
              <a:t>Tianyu</a:t>
            </a:r>
            <a:endParaRPr lang="en-US" altLang="zh-CN" sz="1400" dirty="0" smtClean="0"/>
          </a:p>
          <a:p>
            <a:pPr lvl="0"/>
            <a:endParaRPr lang="en-US" altLang="zh-CN" sz="1400" dirty="0"/>
          </a:p>
        </p:txBody>
      </p:sp>
      <p:sp>
        <p:nvSpPr>
          <p:cNvPr id="9" name="isļíďe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2049656" y="2761569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z="1350" spc="75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For </a:t>
            </a:r>
            <a:r>
              <a:rPr lang="en-US" altLang="zh-CN" sz="2000" dirty="0" smtClean="0"/>
              <a:t>Family Members of Patients</a:t>
            </a:r>
            <a:endParaRPr lang="en-US" altLang="zh-CN" sz="2000" dirty="0"/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5" name="Picture 2" descr="https://timgsa.baidu.com/timg?image&amp;quality=80&amp;size=b9999_10000&amp;sec=1574169825632&amp;di=1db19238253baca02e31870221c5a88e&amp;imgtype=0&amp;src=http%3A%2F%2Fpic.51yuansu.com%2Fpic3%2Fcover%2F03%2F54%2F52%2F5bc6d917af810_6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738" y="1883664"/>
            <a:ext cx="3739256" cy="373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535006" y="3245461"/>
            <a:ext cx="52523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000" dirty="0"/>
              <a:t> No need to stay </a:t>
            </a:r>
            <a:r>
              <a:rPr lang="en-US" altLang="zh-CN" sz="2000" dirty="0" smtClean="0"/>
              <a:t>accompany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No expense </a:t>
            </a:r>
            <a:r>
              <a:rPr lang="en-US" altLang="zh-CN" sz="2000" dirty="0"/>
              <a:t>for hiring caregivers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428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For P</a:t>
            </a:r>
            <a:r>
              <a:rPr lang="en-US" altLang="zh-CN" sz="2000" dirty="0" smtClean="0"/>
              <a:t>atients</a:t>
            </a:r>
            <a:endParaRPr lang="zh-CN" altLang="en-US" sz="20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endParaRPr lang="zh-CN" altLang="en-US"/>
          </a:p>
        </p:txBody>
      </p:sp>
      <p:pic>
        <p:nvPicPr>
          <p:cNvPr id="6" name="Picture 4" descr="https://timgsa.baidu.com/timg?image&amp;quality=80&amp;size=b9999_10000&amp;sec=1574169976177&amp;di=c7b08d241fab4a84d3d5b42800bce25c&amp;imgtype=0&amp;src=http%3A%2F%2Fspider.nosdn.127.net%2F494ee6c920823159e7b017f0283f0c8b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21" y="1826046"/>
            <a:ext cx="4648728" cy="361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A-A000320150714A17PPSH-3884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345953" y="2762171"/>
            <a:ext cx="2215336" cy="2544119"/>
          </a:xfrm>
          <a:custGeom>
            <a:avLst/>
            <a:gdLst>
              <a:gd name="T0" fmla="*/ 1000275 w 5381"/>
              <a:gd name="T1" fmla="*/ 876834 h 6858"/>
              <a:gd name="T2" fmla="*/ 1192717 w 5381"/>
              <a:gd name="T3" fmla="*/ 1289261 h 6858"/>
              <a:gd name="T4" fmla="*/ 1158324 w 5381"/>
              <a:gd name="T5" fmla="*/ 1323914 h 6858"/>
              <a:gd name="T6" fmla="*/ 1158324 w 5381"/>
              <a:gd name="T7" fmla="*/ 1343603 h 6858"/>
              <a:gd name="T8" fmla="*/ 1108704 w 5381"/>
              <a:gd name="T9" fmla="*/ 1383245 h 6858"/>
              <a:gd name="T10" fmla="*/ 1121044 w 5381"/>
              <a:gd name="T11" fmla="*/ 1417635 h 6858"/>
              <a:gd name="T12" fmla="*/ 1039656 w 5381"/>
              <a:gd name="T13" fmla="*/ 1479329 h 6858"/>
              <a:gd name="T14" fmla="*/ 945667 w 5381"/>
              <a:gd name="T15" fmla="*/ 1370906 h 6858"/>
              <a:gd name="T16" fmla="*/ 713582 w 5381"/>
              <a:gd name="T17" fmla="*/ 1012559 h 6858"/>
              <a:gd name="T18" fmla="*/ 224471 w 5381"/>
              <a:gd name="T19" fmla="*/ 1770994 h 6858"/>
              <a:gd name="T20" fmla="*/ 96089 w 5381"/>
              <a:gd name="T21" fmla="*/ 1800397 h 6858"/>
              <a:gd name="T22" fmla="*/ 44369 w 5381"/>
              <a:gd name="T23" fmla="*/ 1751042 h 6858"/>
              <a:gd name="T24" fmla="*/ 7351 w 5381"/>
              <a:gd name="T25" fmla="*/ 1674647 h 6858"/>
              <a:gd name="T26" fmla="*/ 14702 w 5381"/>
              <a:gd name="T27" fmla="*/ 1635006 h 6858"/>
              <a:gd name="T28" fmla="*/ 12339 w 5381"/>
              <a:gd name="T29" fmla="*/ 1585651 h 6858"/>
              <a:gd name="T30" fmla="*/ 0 w 5381"/>
              <a:gd name="T31" fmla="*/ 1568325 h 6858"/>
              <a:gd name="T32" fmla="*/ 59071 w 5381"/>
              <a:gd name="T33" fmla="*/ 1447301 h 6858"/>
              <a:gd name="T34" fmla="*/ 118405 w 5381"/>
              <a:gd name="T35" fmla="*/ 1346229 h 6858"/>
              <a:gd name="T36" fmla="*/ 540831 w 5381"/>
              <a:gd name="T37" fmla="*/ 785475 h 6858"/>
              <a:gd name="T38" fmla="*/ 570236 w 5381"/>
              <a:gd name="T39" fmla="*/ 750822 h 6858"/>
              <a:gd name="T40" fmla="*/ 387508 w 5381"/>
              <a:gd name="T41" fmla="*/ 247036 h 6858"/>
              <a:gd name="T42" fmla="*/ 360467 w 5381"/>
              <a:gd name="T43" fmla="*/ 163028 h 6858"/>
              <a:gd name="T44" fmla="*/ 392497 w 5381"/>
              <a:gd name="T45" fmla="*/ 111311 h 6858"/>
              <a:gd name="T46" fmla="*/ 409824 w 5381"/>
              <a:gd name="T47" fmla="*/ 96347 h 6858"/>
              <a:gd name="T48" fmla="*/ 427152 w 5381"/>
              <a:gd name="T49" fmla="*/ 88996 h 6858"/>
              <a:gd name="T50" fmla="*/ 466795 w 5381"/>
              <a:gd name="T51" fmla="*/ 111311 h 6858"/>
              <a:gd name="T52" fmla="*/ 506176 w 5381"/>
              <a:gd name="T53" fmla="*/ 98972 h 6858"/>
              <a:gd name="T54" fmla="*/ 528492 w 5381"/>
              <a:gd name="T55" fmla="*/ 81645 h 6858"/>
              <a:gd name="T56" fmla="*/ 555534 w 5381"/>
              <a:gd name="T57" fmla="*/ 61956 h 6858"/>
              <a:gd name="T58" fmla="*/ 599903 w 5381"/>
              <a:gd name="T59" fmla="*/ 106323 h 6858"/>
              <a:gd name="T60" fmla="*/ 701243 w 5381"/>
              <a:gd name="T61" fmla="*/ 308729 h 6858"/>
              <a:gd name="T62" fmla="*/ 787618 w 5381"/>
              <a:gd name="T63" fmla="*/ 476746 h 6858"/>
              <a:gd name="T64" fmla="*/ 849315 w 5381"/>
              <a:gd name="T65" fmla="*/ 400088 h 6858"/>
              <a:gd name="T66" fmla="*/ 970346 w 5381"/>
              <a:gd name="T67" fmla="*/ 262000 h 6858"/>
              <a:gd name="T68" fmla="*/ 1207682 w 5381"/>
              <a:gd name="T69" fmla="*/ 2625 h 6858"/>
              <a:gd name="T70" fmla="*/ 1294057 w 5381"/>
              <a:gd name="T71" fmla="*/ 49617 h 6858"/>
              <a:gd name="T72" fmla="*/ 1321361 w 5381"/>
              <a:gd name="T73" fmla="*/ 24940 h 6858"/>
              <a:gd name="T74" fmla="*/ 1348403 w 5381"/>
              <a:gd name="T75" fmla="*/ 0 h 6858"/>
              <a:gd name="T76" fmla="*/ 1363105 w 5381"/>
              <a:gd name="T77" fmla="*/ 19952 h 6858"/>
              <a:gd name="T78" fmla="*/ 1412725 w 5381"/>
              <a:gd name="T79" fmla="*/ 88996 h 6858"/>
              <a:gd name="T80" fmla="*/ 1385421 w 5381"/>
              <a:gd name="T81" fmla="*/ 128375 h 6858"/>
              <a:gd name="T82" fmla="*/ 1301408 w 5381"/>
              <a:gd name="T83" fmla="*/ 229709 h 6858"/>
              <a:gd name="T84" fmla="*/ 950655 w 5381"/>
              <a:gd name="T85" fmla="*/ 684140 h 6858"/>
              <a:gd name="T86" fmla="*/ 923614 w 5381"/>
              <a:gd name="T87" fmla="*/ 723782 h 6858"/>
              <a:gd name="T88" fmla="*/ 1000275 w 5381"/>
              <a:gd name="T89" fmla="*/ 876834 h 685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5381" h="6858">
                <a:moveTo>
                  <a:pt x="3810" y="3340"/>
                </a:moveTo>
                <a:cubicBezTo>
                  <a:pt x="4543" y="4911"/>
                  <a:pt x="4543" y="4911"/>
                  <a:pt x="4543" y="4911"/>
                </a:cubicBezTo>
                <a:cubicBezTo>
                  <a:pt x="4515" y="4977"/>
                  <a:pt x="4478" y="5014"/>
                  <a:pt x="4412" y="5043"/>
                </a:cubicBezTo>
                <a:cubicBezTo>
                  <a:pt x="4412" y="5118"/>
                  <a:pt x="4412" y="5118"/>
                  <a:pt x="4412" y="5118"/>
                </a:cubicBezTo>
                <a:cubicBezTo>
                  <a:pt x="4374" y="5156"/>
                  <a:pt x="4223" y="5212"/>
                  <a:pt x="4223" y="5269"/>
                </a:cubicBezTo>
                <a:cubicBezTo>
                  <a:pt x="4223" y="5306"/>
                  <a:pt x="4252" y="5363"/>
                  <a:pt x="4270" y="5400"/>
                </a:cubicBezTo>
                <a:cubicBezTo>
                  <a:pt x="4252" y="5513"/>
                  <a:pt x="4073" y="5635"/>
                  <a:pt x="3960" y="5635"/>
                </a:cubicBezTo>
                <a:cubicBezTo>
                  <a:pt x="3838" y="5635"/>
                  <a:pt x="3649" y="5297"/>
                  <a:pt x="3602" y="5222"/>
                </a:cubicBezTo>
                <a:cubicBezTo>
                  <a:pt x="2718" y="3857"/>
                  <a:pt x="2718" y="3857"/>
                  <a:pt x="2718" y="3857"/>
                </a:cubicBezTo>
                <a:cubicBezTo>
                  <a:pt x="855" y="6746"/>
                  <a:pt x="855" y="6746"/>
                  <a:pt x="855" y="6746"/>
                </a:cubicBezTo>
                <a:cubicBezTo>
                  <a:pt x="743" y="6830"/>
                  <a:pt x="498" y="6858"/>
                  <a:pt x="366" y="6858"/>
                </a:cubicBezTo>
                <a:cubicBezTo>
                  <a:pt x="244" y="6858"/>
                  <a:pt x="225" y="6764"/>
                  <a:pt x="169" y="6670"/>
                </a:cubicBezTo>
                <a:cubicBezTo>
                  <a:pt x="112" y="6586"/>
                  <a:pt x="28" y="6482"/>
                  <a:pt x="28" y="6379"/>
                </a:cubicBezTo>
                <a:cubicBezTo>
                  <a:pt x="28" y="6322"/>
                  <a:pt x="37" y="6285"/>
                  <a:pt x="56" y="6228"/>
                </a:cubicBezTo>
                <a:cubicBezTo>
                  <a:pt x="75" y="6153"/>
                  <a:pt x="112" y="6097"/>
                  <a:pt x="47" y="6040"/>
                </a:cubicBezTo>
                <a:cubicBezTo>
                  <a:pt x="28" y="6021"/>
                  <a:pt x="0" y="6002"/>
                  <a:pt x="0" y="5974"/>
                </a:cubicBezTo>
                <a:cubicBezTo>
                  <a:pt x="0" y="5852"/>
                  <a:pt x="159" y="5626"/>
                  <a:pt x="225" y="5513"/>
                </a:cubicBezTo>
                <a:cubicBezTo>
                  <a:pt x="451" y="5128"/>
                  <a:pt x="451" y="5128"/>
                  <a:pt x="451" y="5128"/>
                </a:cubicBezTo>
                <a:cubicBezTo>
                  <a:pt x="837" y="4450"/>
                  <a:pt x="1552" y="3603"/>
                  <a:pt x="2060" y="2992"/>
                </a:cubicBezTo>
                <a:cubicBezTo>
                  <a:pt x="2172" y="2860"/>
                  <a:pt x="2172" y="2860"/>
                  <a:pt x="2172" y="2860"/>
                </a:cubicBezTo>
                <a:cubicBezTo>
                  <a:pt x="1476" y="941"/>
                  <a:pt x="1476" y="941"/>
                  <a:pt x="1476" y="941"/>
                </a:cubicBezTo>
                <a:cubicBezTo>
                  <a:pt x="1448" y="866"/>
                  <a:pt x="1373" y="706"/>
                  <a:pt x="1373" y="621"/>
                </a:cubicBezTo>
                <a:cubicBezTo>
                  <a:pt x="1373" y="556"/>
                  <a:pt x="1458" y="471"/>
                  <a:pt x="1495" y="424"/>
                </a:cubicBezTo>
                <a:cubicBezTo>
                  <a:pt x="1561" y="367"/>
                  <a:pt x="1561" y="367"/>
                  <a:pt x="1561" y="367"/>
                </a:cubicBezTo>
                <a:cubicBezTo>
                  <a:pt x="1580" y="348"/>
                  <a:pt x="1599" y="339"/>
                  <a:pt x="1627" y="339"/>
                </a:cubicBezTo>
                <a:cubicBezTo>
                  <a:pt x="1693" y="339"/>
                  <a:pt x="1730" y="386"/>
                  <a:pt x="1778" y="424"/>
                </a:cubicBezTo>
                <a:cubicBezTo>
                  <a:pt x="1834" y="377"/>
                  <a:pt x="1862" y="377"/>
                  <a:pt x="1928" y="377"/>
                </a:cubicBezTo>
                <a:cubicBezTo>
                  <a:pt x="1984" y="348"/>
                  <a:pt x="1984" y="348"/>
                  <a:pt x="2013" y="311"/>
                </a:cubicBezTo>
                <a:cubicBezTo>
                  <a:pt x="2041" y="264"/>
                  <a:pt x="2060" y="236"/>
                  <a:pt x="2116" y="236"/>
                </a:cubicBezTo>
                <a:cubicBezTo>
                  <a:pt x="2219" y="236"/>
                  <a:pt x="2248" y="330"/>
                  <a:pt x="2285" y="405"/>
                </a:cubicBezTo>
                <a:cubicBezTo>
                  <a:pt x="2671" y="1176"/>
                  <a:pt x="2671" y="1176"/>
                  <a:pt x="2671" y="1176"/>
                </a:cubicBezTo>
                <a:cubicBezTo>
                  <a:pt x="3000" y="1816"/>
                  <a:pt x="3000" y="1816"/>
                  <a:pt x="3000" y="1816"/>
                </a:cubicBezTo>
                <a:cubicBezTo>
                  <a:pt x="3235" y="1524"/>
                  <a:pt x="3235" y="1524"/>
                  <a:pt x="3235" y="1524"/>
                </a:cubicBezTo>
                <a:cubicBezTo>
                  <a:pt x="3696" y="998"/>
                  <a:pt x="3696" y="998"/>
                  <a:pt x="3696" y="998"/>
                </a:cubicBezTo>
                <a:cubicBezTo>
                  <a:pt x="3800" y="875"/>
                  <a:pt x="4515" y="10"/>
                  <a:pt x="4600" y="10"/>
                </a:cubicBezTo>
                <a:cubicBezTo>
                  <a:pt x="4656" y="10"/>
                  <a:pt x="4873" y="142"/>
                  <a:pt x="4929" y="189"/>
                </a:cubicBezTo>
                <a:cubicBezTo>
                  <a:pt x="5033" y="95"/>
                  <a:pt x="5033" y="95"/>
                  <a:pt x="5033" y="95"/>
                </a:cubicBezTo>
                <a:cubicBezTo>
                  <a:pt x="5051" y="66"/>
                  <a:pt x="5108" y="0"/>
                  <a:pt x="5136" y="0"/>
                </a:cubicBezTo>
                <a:cubicBezTo>
                  <a:pt x="5164" y="0"/>
                  <a:pt x="5183" y="57"/>
                  <a:pt x="5192" y="76"/>
                </a:cubicBezTo>
                <a:cubicBezTo>
                  <a:pt x="5230" y="170"/>
                  <a:pt x="5381" y="273"/>
                  <a:pt x="5381" y="339"/>
                </a:cubicBezTo>
                <a:cubicBezTo>
                  <a:pt x="5381" y="396"/>
                  <a:pt x="5315" y="452"/>
                  <a:pt x="5277" y="489"/>
                </a:cubicBezTo>
                <a:cubicBezTo>
                  <a:pt x="5173" y="584"/>
                  <a:pt x="5042" y="762"/>
                  <a:pt x="4957" y="875"/>
                </a:cubicBezTo>
                <a:cubicBezTo>
                  <a:pt x="3621" y="2606"/>
                  <a:pt x="3621" y="2606"/>
                  <a:pt x="3621" y="2606"/>
                </a:cubicBezTo>
                <a:cubicBezTo>
                  <a:pt x="3518" y="2757"/>
                  <a:pt x="3518" y="2757"/>
                  <a:pt x="3518" y="2757"/>
                </a:cubicBezTo>
                <a:cubicBezTo>
                  <a:pt x="3810" y="3340"/>
                  <a:pt x="3810" y="3340"/>
                  <a:pt x="3810" y="334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F0D01A-5E70-43B9-B3FB-5B95188DC9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28" b="8528"/>
          <a:stretch>
            <a:fillRect/>
          </a:stretch>
        </p:blipFill>
        <p:spPr>
          <a:xfrm>
            <a:off x="4897456" y="2438081"/>
            <a:ext cx="3546433" cy="2477080"/>
          </a:xfrm>
          <a:prstGeom prst="rect">
            <a:avLst/>
          </a:prstGeom>
        </p:spPr>
      </p:pic>
      <p:sp>
        <p:nvSpPr>
          <p:cNvPr id="9" name="PA-任意多边形: 形状 716">
            <a:extLst>
              <a:ext uri="{FF2B5EF4-FFF2-40B4-BE49-F238E27FC236}">
                <a16:creationId xmlns:a16="http://schemas.microsoft.com/office/drawing/2014/main" id="{B9FCB2A1-A542-44C8-AA2A-A60FF17709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527554" y="3034257"/>
            <a:ext cx="2312522" cy="2408861"/>
          </a:xfrm>
          <a:custGeom>
            <a:avLst/>
            <a:gdLst>
              <a:gd name="connsiteX0" fmla="*/ 155108 h 170385"/>
              <a:gd name="connsiteY0" fmla="*/ 155108 h 170385"/>
              <a:gd name="connsiteX1" fmla="*/ 155108 h 170385"/>
              <a:gd name="connsiteY1" fmla="*/ 155108 h 170385"/>
              <a:gd name="connsiteX2" fmla="*/ 155108 h 170385"/>
              <a:gd name="connsiteY2" fmla="*/ 155108 h 170385"/>
              <a:gd name="connsiteX3" fmla="*/ 155108 h 170385"/>
              <a:gd name="connsiteY3" fmla="*/ 155108 h 170385"/>
              <a:gd name="connsiteX4" fmla="*/ 155108 h 170385"/>
              <a:gd name="connsiteY4" fmla="*/ 155108 h 170385"/>
              <a:gd name="connsiteX5" fmla="*/ 155108 h 170385"/>
              <a:gd name="connsiteY5" fmla="*/ 155108 h 170385"/>
              <a:gd name="connsiteX6" fmla="*/ 155108 h 170385"/>
              <a:gd name="connsiteY6" fmla="*/ 155108 h 170385"/>
              <a:gd name="connsiteX7" fmla="*/ 155108 h 170385"/>
              <a:gd name="connsiteY7" fmla="*/ 155108 h 170385"/>
              <a:gd name="connsiteX8" fmla="*/ 155108 h 170385"/>
              <a:gd name="connsiteY8" fmla="*/ 155108 h 170385"/>
              <a:gd name="connsiteX9" fmla="*/ 155108 h 170385"/>
              <a:gd name="connsiteY9" fmla="*/ 155108 h 170385"/>
              <a:gd name="connsiteX10" fmla="*/ 155108 h 170385"/>
              <a:gd name="connsiteY10" fmla="*/ 155108 h 170385"/>
              <a:gd name="connsiteX11" fmla="*/ 155108 h 170385"/>
              <a:gd name="connsiteY11" fmla="*/ 155108 h 170385"/>
              <a:gd name="connsiteX12" fmla="*/ 155108 h 170385"/>
              <a:gd name="connsiteY12" fmla="*/ 155108 h 170385"/>
              <a:gd name="connsiteX13" fmla="*/ 155108 h 170385"/>
              <a:gd name="connsiteY13" fmla="*/ 155108 h 170385"/>
              <a:gd name="connsiteX14" fmla="*/ 155108 h 170385"/>
              <a:gd name="connsiteY14" fmla="*/ 155108 h 17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31775" h="1430693">
                <a:moveTo>
                  <a:pt x="441911" y="1424695"/>
                </a:moveTo>
                <a:cubicBezTo>
                  <a:pt x="428420" y="1431670"/>
                  <a:pt x="412309" y="1432564"/>
                  <a:pt x="396105" y="1416368"/>
                </a:cubicBezTo>
                <a:lnTo>
                  <a:pt x="26442" y="1038874"/>
                </a:lnTo>
                <a:cubicBezTo>
                  <a:pt x="-6246" y="1005510"/>
                  <a:pt x="1366" y="961562"/>
                  <a:pt x="39256" y="934200"/>
                </a:cubicBezTo>
                <a:cubicBezTo>
                  <a:pt x="87682" y="899226"/>
                  <a:pt x="152429" y="842216"/>
                  <a:pt x="207067" y="758863"/>
                </a:cubicBezTo>
                <a:cubicBezTo>
                  <a:pt x="232656" y="719783"/>
                  <a:pt x="269232" y="717163"/>
                  <a:pt x="294526" y="756413"/>
                </a:cubicBezTo>
                <a:lnTo>
                  <a:pt x="385709" y="897967"/>
                </a:lnTo>
                <a:cubicBezTo>
                  <a:pt x="411042" y="937256"/>
                  <a:pt x="440185" y="986522"/>
                  <a:pt x="455829" y="980986"/>
                </a:cubicBezTo>
                <a:cubicBezTo>
                  <a:pt x="462174" y="978746"/>
                  <a:pt x="469872" y="973249"/>
                  <a:pt x="479047" y="962379"/>
                </a:cubicBezTo>
                <a:lnTo>
                  <a:pt x="1220123" y="30857"/>
                </a:lnTo>
                <a:cubicBezTo>
                  <a:pt x="1249219" y="-5680"/>
                  <a:pt x="1290281" y="-1753"/>
                  <a:pt x="1311897" y="39651"/>
                </a:cubicBezTo>
                <a:lnTo>
                  <a:pt x="1522256" y="443154"/>
                </a:lnTo>
                <a:cubicBezTo>
                  <a:pt x="1543864" y="484558"/>
                  <a:pt x="1531859" y="541864"/>
                  <a:pt x="1495446" y="571131"/>
                </a:cubicBezTo>
                <a:lnTo>
                  <a:pt x="543117" y="1336435"/>
                </a:lnTo>
                <a:cubicBezTo>
                  <a:pt x="506743" y="1365702"/>
                  <a:pt x="466699" y="1411967"/>
                  <a:pt x="441911" y="1424695"/>
                </a:cubicBez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589998" y="1364381"/>
            <a:ext cx="2017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Loneliness?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748696" y="1364381"/>
            <a:ext cx="2091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Happiness!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9003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1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Medical </a:t>
            </a:r>
            <a:r>
              <a:rPr lang="en-US" altLang="zh-CN" dirty="0" smtClean="0"/>
              <a:t>Practitioners</a:t>
            </a:r>
            <a:endParaRPr lang="zh-CN" altLang="en-US" dirty="0"/>
          </a:p>
        </p:txBody>
      </p:sp>
      <p:pic>
        <p:nvPicPr>
          <p:cNvPr id="134" name="Picture 4" descr="https://timgsa.baidu.com/timg?image&amp;quality=80&amp;size=b9999_10000&amp;sec=1574169314218&amp;di=ec02d8b174ffa5ed0b9f5e2d5769d460&amp;imgtype=0&amp;src=http%3A%2F%2Fbpic.588ku.com%2Felement_origin_min_pic%2F17%2F06%2F12%2F0901d0ebee5ed7569b510361a3eced65.jpg%2521%2Ffwfh%2F804x455%2Fquality%2F90%2Funsharp%2Ftrue%2Fcompress%2Ftr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85" y="2110367"/>
            <a:ext cx="6414231" cy="394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4"/>
          <p:cNvSpPr txBox="1"/>
          <p:nvPr/>
        </p:nvSpPr>
        <p:spPr>
          <a:xfrm>
            <a:off x="1114816" y="630794"/>
            <a:ext cx="2242159" cy="2239249"/>
          </a:xfrm>
          <a:custGeom>
            <a:avLst/>
            <a:gdLst>
              <a:gd name="connsiteX0" fmla="*/ 412128 w 599580"/>
              <a:gd name="connsiteY0" fmla="*/ 196621 h 598802"/>
              <a:gd name="connsiteX1" fmla="*/ 429377 w 599580"/>
              <a:gd name="connsiteY1" fmla="*/ 203875 h 598802"/>
              <a:gd name="connsiteX2" fmla="*/ 429377 w 599580"/>
              <a:gd name="connsiteY2" fmla="*/ 237725 h 598802"/>
              <a:gd name="connsiteX3" fmla="*/ 272820 w 599580"/>
              <a:gd name="connsiteY3" fmla="*/ 394885 h 598802"/>
              <a:gd name="connsiteX4" fmla="*/ 255066 w 599580"/>
              <a:gd name="connsiteY4" fmla="*/ 402138 h 598802"/>
              <a:gd name="connsiteX5" fmla="*/ 238120 w 599580"/>
              <a:gd name="connsiteY5" fmla="*/ 394885 h 598802"/>
              <a:gd name="connsiteX6" fmla="*/ 170332 w 599580"/>
              <a:gd name="connsiteY6" fmla="*/ 326379 h 598802"/>
              <a:gd name="connsiteX7" fmla="*/ 170332 w 599580"/>
              <a:gd name="connsiteY7" fmla="*/ 292529 h 598802"/>
              <a:gd name="connsiteX8" fmla="*/ 204226 w 599580"/>
              <a:gd name="connsiteY8" fmla="*/ 292529 h 598802"/>
              <a:gd name="connsiteX9" fmla="*/ 255066 w 599580"/>
              <a:gd name="connsiteY9" fmla="*/ 343304 h 598802"/>
              <a:gd name="connsiteX10" fmla="*/ 395483 w 599580"/>
              <a:gd name="connsiteY10" fmla="*/ 203875 h 598802"/>
              <a:gd name="connsiteX11" fmla="*/ 412128 w 599580"/>
              <a:gd name="connsiteY11" fmla="*/ 196621 h 598802"/>
              <a:gd name="connsiteX12" fmla="*/ 299387 w 599580"/>
              <a:gd name="connsiteY12" fmla="*/ 48355 h 598802"/>
              <a:gd name="connsiteX13" fmla="*/ 48418 w 599580"/>
              <a:gd name="connsiteY13" fmla="*/ 298998 h 598802"/>
              <a:gd name="connsiteX14" fmla="*/ 299387 w 599580"/>
              <a:gd name="connsiteY14" fmla="*/ 550447 h 598802"/>
              <a:gd name="connsiteX15" fmla="*/ 551162 w 599580"/>
              <a:gd name="connsiteY15" fmla="*/ 298998 h 598802"/>
              <a:gd name="connsiteX16" fmla="*/ 299387 w 599580"/>
              <a:gd name="connsiteY16" fmla="*/ 48355 h 598802"/>
              <a:gd name="connsiteX17" fmla="*/ 299387 w 599580"/>
              <a:gd name="connsiteY17" fmla="*/ 0 h 598802"/>
              <a:gd name="connsiteX18" fmla="*/ 599580 w 599580"/>
              <a:gd name="connsiteY18" fmla="*/ 298998 h 598802"/>
              <a:gd name="connsiteX19" fmla="*/ 299387 w 599580"/>
              <a:gd name="connsiteY19" fmla="*/ 598802 h 598802"/>
              <a:gd name="connsiteX20" fmla="*/ 0 w 599580"/>
              <a:gd name="connsiteY20" fmla="*/ 298998 h 598802"/>
              <a:gd name="connsiteX21" fmla="*/ 299387 w 599580"/>
              <a:gd name="connsiteY21" fmla="*/ 0 h 59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99580" h="598802">
                <a:moveTo>
                  <a:pt x="412128" y="196621"/>
                </a:moveTo>
                <a:cubicBezTo>
                  <a:pt x="418281" y="196621"/>
                  <a:pt x="424535" y="199039"/>
                  <a:pt x="429377" y="203875"/>
                </a:cubicBezTo>
                <a:cubicBezTo>
                  <a:pt x="439061" y="213546"/>
                  <a:pt x="439061" y="228859"/>
                  <a:pt x="429377" y="237725"/>
                </a:cubicBezTo>
                <a:lnTo>
                  <a:pt x="272820" y="394885"/>
                </a:lnTo>
                <a:cubicBezTo>
                  <a:pt x="267978" y="399720"/>
                  <a:pt x="261522" y="402138"/>
                  <a:pt x="255066" y="402138"/>
                </a:cubicBezTo>
                <a:cubicBezTo>
                  <a:pt x="249417" y="402138"/>
                  <a:pt x="242962" y="399720"/>
                  <a:pt x="238120" y="394885"/>
                </a:cubicBezTo>
                <a:lnTo>
                  <a:pt x="170332" y="326379"/>
                </a:lnTo>
                <a:cubicBezTo>
                  <a:pt x="160648" y="316708"/>
                  <a:pt x="160648" y="302200"/>
                  <a:pt x="170332" y="292529"/>
                </a:cubicBezTo>
                <a:cubicBezTo>
                  <a:pt x="179209" y="282858"/>
                  <a:pt x="194542" y="282858"/>
                  <a:pt x="204226" y="292529"/>
                </a:cubicBezTo>
                <a:lnTo>
                  <a:pt x="255066" y="343304"/>
                </a:lnTo>
                <a:lnTo>
                  <a:pt x="395483" y="203875"/>
                </a:lnTo>
                <a:cubicBezTo>
                  <a:pt x="399922" y="199039"/>
                  <a:pt x="405974" y="196621"/>
                  <a:pt x="412128" y="196621"/>
                </a:cubicBezTo>
                <a:close/>
                <a:moveTo>
                  <a:pt x="299387" y="48355"/>
                </a:moveTo>
                <a:cubicBezTo>
                  <a:pt x="161394" y="48355"/>
                  <a:pt x="48418" y="161185"/>
                  <a:pt x="48418" y="298998"/>
                </a:cubicBezTo>
                <a:cubicBezTo>
                  <a:pt x="48418" y="437617"/>
                  <a:pt x="161394" y="550447"/>
                  <a:pt x="299387" y="550447"/>
                </a:cubicBezTo>
                <a:cubicBezTo>
                  <a:pt x="438186" y="550447"/>
                  <a:pt x="551162" y="437617"/>
                  <a:pt x="551162" y="298998"/>
                </a:cubicBezTo>
                <a:cubicBezTo>
                  <a:pt x="551162" y="161185"/>
                  <a:pt x="438186" y="48355"/>
                  <a:pt x="299387" y="48355"/>
                </a:cubicBezTo>
                <a:close/>
                <a:moveTo>
                  <a:pt x="299387" y="0"/>
                </a:moveTo>
                <a:cubicBezTo>
                  <a:pt x="464816" y="0"/>
                  <a:pt x="599580" y="134589"/>
                  <a:pt x="599580" y="298998"/>
                </a:cubicBezTo>
                <a:cubicBezTo>
                  <a:pt x="599580" y="464213"/>
                  <a:pt x="464816" y="598802"/>
                  <a:pt x="299387" y="598802"/>
                </a:cubicBezTo>
                <a:cubicBezTo>
                  <a:pt x="134764" y="598802"/>
                  <a:pt x="0" y="464213"/>
                  <a:pt x="0" y="298998"/>
                </a:cubicBezTo>
                <a:cubicBezTo>
                  <a:pt x="0" y="134589"/>
                  <a:pt x="134764" y="0"/>
                  <a:pt x="299387" y="0"/>
                </a:cubicBezTo>
                <a:close/>
              </a:path>
            </a:pathLst>
          </a:cu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2343774" y="1428826"/>
            <a:ext cx="183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Efficiency</a:t>
            </a:r>
            <a:endParaRPr lang="zh-CN" altLang="en-US" sz="2800" dirty="0"/>
          </a:p>
        </p:txBody>
      </p:sp>
      <p:sp>
        <p:nvSpPr>
          <p:cNvPr id="142" name="文本框 141"/>
          <p:cNvSpPr txBox="1"/>
          <p:nvPr/>
        </p:nvSpPr>
        <p:spPr>
          <a:xfrm>
            <a:off x="5549075" y="1428826"/>
            <a:ext cx="207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Timeliness</a:t>
            </a:r>
            <a:endParaRPr lang="zh-CN" altLang="en-US" sz="2800" dirty="0"/>
          </a:p>
        </p:txBody>
      </p:sp>
      <p:sp>
        <p:nvSpPr>
          <p:cNvPr id="143" name="smiling-face_16013"/>
          <p:cNvSpPr>
            <a:spLocks noChangeAspect="1"/>
          </p:cNvSpPr>
          <p:nvPr/>
        </p:nvSpPr>
        <p:spPr bwMode="auto">
          <a:xfrm>
            <a:off x="1891006" y="1464367"/>
            <a:ext cx="452768" cy="452138"/>
          </a:xfrm>
          <a:custGeom>
            <a:avLst/>
            <a:gdLst>
              <a:gd name="connsiteX0" fmla="*/ 494153 w 608274"/>
              <a:gd name="connsiteY0" fmla="*/ 336639 h 607427"/>
              <a:gd name="connsiteX1" fmla="*/ 509237 w 608274"/>
              <a:gd name="connsiteY1" fmla="*/ 364115 h 607427"/>
              <a:gd name="connsiteX2" fmla="*/ 304130 w 608274"/>
              <a:gd name="connsiteY2" fmla="*/ 517174 h 607427"/>
              <a:gd name="connsiteX3" fmla="*/ 99333 w 608274"/>
              <a:gd name="connsiteY3" fmla="*/ 365668 h 607427"/>
              <a:gd name="connsiteX4" fmla="*/ 114261 w 608274"/>
              <a:gd name="connsiteY4" fmla="*/ 337881 h 607427"/>
              <a:gd name="connsiteX5" fmla="*/ 141941 w 608274"/>
              <a:gd name="connsiteY5" fmla="*/ 352783 h 607427"/>
              <a:gd name="connsiteX6" fmla="*/ 304130 w 608274"/>
              <a:gd name="connsiteY6" fmla="*/ 472778 h 607427"/>
              <a:gd name="connsiteX7" fmla="*/ 466474 w 608274"/>
              <a:gd name="connsiteY7" fmla="*/ 351542 h 607427"/>
              <a:gd name="connsiteX8" fmla="*/ 494153 w 608274"/>
              <a:gd name="connsiteY8" fmla="*/ 336639 h 607427"/>
              <a:gd name="connsiteX9" fmla="*/ 372904 w 608274"/>
              <a:gd name="connsiteY9" fmla="*/ 245003 h 607427"/>
              <a:gd name="connsiteX10" fmla="*/ 402295 w 608274"/>
              <a:gd name="connsiteY10" fmla="*/ 274358 h 607427"/>
              <a:gd name="connsiteX11" fmla="*/ 372904 w 608274"/>
              <a:gd name="connsiteY11" fmla="*/ 303713 h 607427"/>
              <a:gd name="connsiteX12" fmla="*/ 343513 w 608274"/>
              <a:gd name="connsiteY12" fmla="*/ 274358 h 607427"/>
              <a:gd name="connsiteX13" fmla="*/ 372904 w 608274"/>
              <a:gd name="connsiteY13" fmla="*/ 245003 h 607427"/>
              <a:gd name="connsiteX14" fmla="*/ 235336 w 608274"/>
              <a:gd name="connsiteY14" fmla="*/ 245003 h 607427"/>
              <a:gd name="connsiteX15" fmla="*/ 264621 w 608274"/>
              <a:gd name="connsiteY15" fmla="*/ 274358 h 607427"/>
              <a:gd name="connsiteX16" fmla="*/ 235336 w 608274"/>
              <a:gd name="connsiteY16" fmla="*/ 303713 h 607427"/>
              <a:gd name="connsiteX17" fmla="*/ 206051 w 608274"/>
              <a:gd name="connsiteY17" fmla="*/ 274358 h 607427"/>
              <a:gd name="connsiteX18" fmla="*/ 235336 w 608274"/>
              <a:gd name="connsiteY18" fmla="*/ 245003 h 607427"/>
              <a:gd name="connsiteX19" fmla="*/ 304137 w 608274"/>
              <a:gd name="connsiteY19" fmla="*/ 44408 h 607427"/>
              <a:gd name="connsiteX20" fmla="*/ 44470 w 608274"/>
              <a:gd name="connsiteY20" fmla="*/ 303714 h 607427"/>
              <a:gd name="connsiteX21" fmla="*/ 304137 w 608274"/>
              <a:gd name="connsiteY21" fmla="*/ 562864 h 607427"/>
              <a:gd name="connsiteX22" fmla="*/ 563649 w 608274"/>
              <a:gd name="connsiteY22" fmla="*/ 303714 h 607427"/>
              <a:gd name="connsiteX23" fmla="*/ 304137 w 608274"/>
              <a:gd name="connsiteY23" fmla="*/ 44408 h 607427"/>
              <a:gd name="connsiteX24" fmla="*/ 304137 w 608274"/>
              <a:gd name="connsiteY24" fmla="*/ 0 h 607427"/>
              <a:gd name="connsiteX25" fmla="*/ 608274 w 608274"/>
              <a:gd name="connsiteY25" fmla="*/ 303714 h 607427"/>
              <a:gd name="connsiteX26" fmla="*/ 304137 w 608274"/>
              <a:gd name="connsiteY26" fmla="*/ 607427 h 607427"/>
              <a:gd name="connsiteX27" fmla="*/ 0 w 608274"/>
              <a:gd name="connsiteY27" fmla="*/ 303714 h 607427"/>
              <a:gd name="connsiteX28" fmla="*/ 304137 w 608274"/>
              <a:gd name="connsiteY28" fmla="*/ 0 h 607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8274" h="607427">
                <a:moveTo>
                  <a:pt x="494153" y="336639"/>
                </a:moveTo>
                <a:cubicBezTo>
                  <a:pt x="505972" y="340054"/>
                  <a:pt x="512658" y="352473"/>
                  <a:pt x="509237" y="364115"/>
                </a:cubicBezTo>
                <a:cubicBezTo>
                  <a:pt x="482646" y="454305"/>
                  <a:pt x="398209" y="517174"/>
                  <a:pt x="304130" y="517174"/>
                </a:cubicBezTo>
                <a:cubicBezTo>
                  <a:pt x="209118" y="517174"/>
                  <a:pt x="126857" y="456168"/>
                  <a:pt x="99333" y="365668"/>
                </a:cubicBezTo>
                <a:cubicBezTo>
                  <a:pt x="95757" y="353870"/>
                  <a:pt x="102443" y="341452"/>
                  <a:pt x="114261" y="337881"/>
                </a:cubicBezTo>
                <a:cubicBezTo>
                  <a:pt x="126080" y="334311"/>
                  <a:pt x="138364" y="340986"/>
                  <a:pt x="141941" y="352783"/>
                </a:cubicBezTo>
                <a:cubicBezTo>
                  <a:pt x="163400" y="423414"/>
                  <a:pt x="230111" y="472778"/>
                  <a:pt x="304130" y="472778"/>
                </a:cubicBezTo>
                <a:cubicBezTo>
                  <a:pt x="378615" y="472778"/>
                  <a:pt x="445481" y="422948"/>
                  <a:pt x="466474" y="351542"/>
                </a:cubicBezTo>
                <a:cubicBezTo>
                  <a:pt x="470051" y="339899"/>
                  <a:pt x="482335" y="333069"/>
                  <a:pt x="494153" y="336639"/>
                </a:cubicBezTo>
                <a:close/>
                <a:moveTo>
                  <a:pt x="372904" y="245003"/>
                </a:moveTo>
                <a:cubicBezTo>
                  <a:pt x="389136" y="245003"/>
                  <a:pt x="402295" y="258146"/>
                  <a:pt x="402295" y="274358"/>
                </a:cubicBezTo>
                <a:cubicBezTo>
                  <a:pt x="402295" y="290570"/>
                  <a:pt x="389136" y="303713"/>
                  <a:pt x="372904" y="303713"/>
                </a:cubicBezTo>
                <a:cubicBezTo>
                  <a:pt x="356672" y="303713"/>
                  <a:pt x="343513" y="290570"/>
                  <a:pt x="343513" y="274358"/>
                </a:cubicBezTo>
                <a:cubicBezTo>
                  <a:pt x="343513" y="258146"/>
                  <a:pt x="356672" y="245003"/>
                  <a:pt x="372904" y="245003"/>
                </a:cubicBezTo>
                <a:close/>
                <a:moveTo>
                  <a:pt x="235336" y="245003"/>
                </a:moveTo>
                <a:cubicBezTo>
                  <a:pt x="251510" y="245003"/>
                  <a:pt x="264621" y="258146"/>
                  <a:pt x="264621" y="274358"/>
                </a:cubicBezTo>
                <a:cubicBezTo>
                  <a:pt x="264621" y="290570"/>
                  <a:pt x="251510" y="303713"/>
                  <a:pt x="235336" y="303713"/>
                </a:cubicBezTo>
                <a:cubicBezTo>
                  <a:pt x="219162" y="303713"/>
                  <a:pt x="206051" y="290570"/>
                  <a:pt x="206051" y="274358"/>
                </a:cubicBezTo>
                <a:cubicBezTo>
                  <a:pt x="206051" y="258146"/>
                  <a:pt x="219162" y="245003"/>
                  <a:pt x="235336" y="245003"/>
                </a:cubicBezTo>
                <a:close/>
                <a:moveTo>
                  <a:pt x="304137" y="44408"/>
                </a:moveTo>
                <a:cubicBezTo>
                  <a:pt x="160931" y="44408"/>
                  <a:pt x="44470" y="160707"/>
                  <a:pt x="44470" y="303714"/>
                </a:cubicBezTo>
                <a:cubicBezTo>
                  <a:pt x="44470" y="446564"/>
                  <a:pt x="160931" y="562864"/>
                  <a:pt x="304137" y="562864"/>
                </a:cubicBezTo>
                <a:cubicBezTo>
                  <a:pt x="447187" y="562864"/>
                  <a:pt x="563649" y="446564"/>
                  <a:pt x="563649" y="303714"/>
                </a:cubicBezTo>
                <a:cubicBezTo>
                  <a:pt x="563649" y="160707"/>
                  <a:pt x="447343" y="44408"/>
                  <a:pt x="304137" y="44408"/>
                </a:cubicBezTo>
                <a:close/>
                <a:moveTo>
                  <a:pt x="304137" y="0"/>
                </a:moveTo>
                <a:cubicBezTo>
                  <a:pt x="471755" y="0"/>
                  <a:pt x="608274" y="136174"/>
                  <a:pt x="608274" y="303714"/>
                </a:cubicBezTo>
                <a:cubicBezTo>
                  <a:pt x="608274" y="471098"/>
                  <a:pt x="471755" y="607427"/>
                  <a:pt x="304137" y="607427"/>
                </a:cubicBezTo>
                <a:cubicBezTo>
                  <a:pt x="136364" y="607427"/>
                  <a:pt x="0" y="471098"/>
                  <a:pt x="0" y="303714"/>
                </a:cubicBezTo>
                <a:cubicBezTo>
                  <a:pt x="0" y="136174"/>
                  <a:pt x="136364" y="0"/>
                  <a:pt x="3041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4" name="smiling-face_16013"/>
          <p:cNvSpPr>
            <a:spLocks noChangeAspect="1"/>
          </p:cNvSpPr>
          <p:nvPr/>
        </p:nvSpPr>
        <p:spPr bwMode="auto">
          <a:xfrm>
            <a:off x="5133993" y="1464367"/>
            <a:ext cx="452768" cy="452138"/>
          </a:xfrm>
          <a:custGeom>
            <a:avLst/>
            <a:gdLst>
              <a:gd name="connsiteX0" fmla="*/ 494153 w 608274"/>
              <a:gd name="connsiteY0" fmla="*/ 336639 h 607427"/>
              <a:gd name="connsiteX1" fmla="*/ 509237 w 608274"/>
              <a:gd name="connsiteY1" fmla="*/ 364115 h 607427"/>
              <a:gd name="connsiteX2" fmla="*/ 304130 w 608274"/>
              <a:gd name="connsiteY2" fmla="*/ 517174 h 607427"/>
              <a:gd name="connsiteX3" fmla="*/ 99333 w 608274"/>
              <a:gd name="connsiteY3" fmla="*/ 365668 h 607427"/>
              <a:gd name="connsiteX4" fmla="*/ 114261 w 608274"/>
              <a:gd name="connsiteY4" fmla="*/ 337881 h 607427"/>
              <a:gd name="connsiteX5" fmla="*/ 141941 w 608274"/>
              <a:gd name="connsiteY5" fmla="*/ 352783 h 607427"/>
              <a:gd name="connsiteX6" fmla="*/ 304130 w 608274"/>
              <a:gd name="connsiteY6" fmla="*/ 472778 h 607427"/>
              <a:gd name="connsiteX7" fmla="*/ 466474 w 608274"/>
              <a:gd name="connsiteY7" fmla="*/ 351542 h 607427"/>
              <a:gd name="connsiteX8" fmla="*/ 494153 w 608274"/>
              <a:gd name="connsiteY8" fmla="*/ 336639 h 607427"/>
              <a:gd name="connsiteX9" fmla="*/ 372904 w 608274"/>
              <a:gd name="connsiteY9" fmla="*/ 245003 h 607427"/>
              <a:gd name="connsiteX10" fmla="*/ 402295 w 608274"/>
              <a:gd name="connsiteY10" fmla="*/ 274358 h 607427"/>
              <a:gd name="connsiteX11" fmla="*/ 372904 w 608274"/>
              <a:gd name="connsiteY11" fmla="*/ 303713 h 607427"/>
              <a:gd name="connsiteX12" fmla="*/ 343513 w 608274"/>
              <a:gd name="connsiteY12" fmla="*/ 274358 h 607427"/>
              <a:gd name="connsiteX13" fmla="*/ 372904 w 608274"/>
              <a:gd name="connsiteY13" fmla="*/ 245003 h 607427"/>
              <a:gd name="connsiteX14" fmla="*/ 235336 w 608274"/>
              <a:gd name="connsiteY14" fmla="*/ 245003 h 607427"/>
              <a:gd name="connsiteX15" fmla="*/ 264621 w 608274"/>
              <a:gd name="connsiteY15" fmla="*/ 274358 h 607427"/>
              <a:gd name="connsiteX16" fmla="*/ 235336 w 608274"/>
              <a:gd name="connsiteY16" fmla="*/ 303713 h 607427"/>
              <a:gd name="connsiteX17" fmla="*/ 206051 w 608274"/>
              <a:gd name="connsiteY17" fmla="*/ 274358 h 607427"/>
              <a:gd name="connsiteX18" fmla="*/ 235336 w 608274"/>
              <a:gd name="connsiteY18" fmla="*/ 245003 h 607427"/>
              <a:gd name="connsiteX19" fmla="*/ 304137 w 608274"/>
              <a:gd name="connsiteY19" fmla="*/ 44408 h 607427"/>
              <a:gd name="connsiteX20" fmla="*/ 44470 w 608274"/>
              <a:gd name="connsiteY20" fmla="*/ 303714 h 607427"/>
              <a:gd name="connsiteX21" fmla="*/ 304137 w 608274"/>
              <a:gd name="connsiteY21" fmla="*/ 562864 h 607427"/>
              <a:gd name="connsiteX22" fmla="*/ 563649 w 608274"/>
              <a:gd name="connsiteY22" fmla="*/ 303714 h 607427"/>
              <a:gd name="connsiteX23" fmla="*/ 304137 w 608274"/>
              <a:gd name="connsiteY23" fmla="*/ 44408 h 607427"/>
              <a:gd name="connsiteX24" fmla="*/ 304137 w 608274"/>
              <a:gd name="connsiteY24" fmla="*/ 0 h 607427"/>
              <a:gd name="connsiteX25" fmla="*/ 608274 w 608274"/>
              <a:gd name="connsiteY25" fmla="*/ 303714 h 607427"/>
              <a:gd name="connsiteX26" fmla="*/ 304137 w 608274"/>
              <a:gd name="connsiteY26" fmla="*/ 607427 h 607427"/>
              <a:gd name="connsiteX27" fmla="*/ 0 w 608274"/>
              <a:gd name="connsiteY27" fmla="*/ 303714 h 607427"/>
              <a:gd name="connsiteX28" fmla="*/ 304137 w 608274"/>
              <a:gd name="connsiteY28" fmla="*/ 0 h 607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8274" h="607427">
                <a:moveTo>
                  <a:pt x="494153" y="336639"/>
                </a:moveTo>
                <a:cubicBezTo>
                  <a:pt x="505972" y="340054"/>
                  <a:pt x="512658" y="352473"/>
                  <a:pt x="509237" y="364115"/>
                </a:cubicBezTo>
                <a:cubicBezTo>
                  <a:pt x="482646" y="454305"/>
                  <a:pt x="398209" y="517174"/>
                  <a:pt x="304130" y="517174"/>
                </a:cubicBezTo>
                <a:cubicBezTo>
                  <a:pt x="209118" y="517174"/>
                  <a:pt x="126857" y="456168"/>
                  <a:pt x="99333" y="365668"/>
                </a:cubicBezTo>
                <a:cubicBezTo>
                  <a:pt x="95757" y="353870"/>
                  <a:pt x="102443" y="341452"/>
                  <a:pt x="114261" y="337881"/>
                </a:cubicBezTo>
                <a:cubicBezTo>
                  <a:pt x="126080" y="334311"/>
                  <a:pt x="138364" y="340986"/>
                  <a:pt x="141941" y="352783"/>
                </a:cubicBezTo>
                <a:cubicBezTo>
                  <a:pt x="163400" y="423414"/>
                  <a:pt x="230111" y="472778"/>
                  <a:pt x="304130" y="472778"/>
                </a:cubicBezTo>
                <a:cubicBezTo>
                  <a:pt x="378615" y="472778"/>
                  <a:pt x="445481" y="422948"/>
                  <a:pt x="466474" y="351542"/>
                </a:cubicBezTo>
                <a:cubicBezTo>
                  <a:pt x="470051" y="339899"/>
                  <a:pt x="482335" y="333069"/>
                  <a:pt x="494153" y="336639"/>
                </a:cubicBezTo>
                <a:close/>
                <a:moveTo>
                  <a:pt x="372904" y="245003"/>
                </a:moveTo>
                <a:cubicBezTo>
                  <a:pt x="389136" y="245003"/>
                  <a:pt x="402295" y="258146"/>
                  <a:pt x="402295" y="274358"/>
                </a:cubicBezTo>
                <a:cubicBezTo>
                  <a:pt x="402295" y="290570"/>
                  <a:pt x="389136" y="303713"/>
                  <a:pt x="372904" y="303713"/>
                </a:cubicBezTo>
                <a:cubicBezTo>
                  <a:pt x="356672" y="303713"/>
                  <a:pt x="343513" y="290570"/>
                  <a:pt x="343513" y="274358"/>
                </a:cubicBezTo>
                <a:cubicBezTo>
                  <a:pt x="343513" y="258146"/>
                  <a:pt x="356672" y="245003"/>
                  <a:pt x="372904" y="245003"/>
                </a:cubicBezTo>
                <a:close/>
                <a:moveTo>
                  <a:pt x="235336" y="245003"/>
                </a:moveTo>
                <a:cubicBezTo>
                  <a:pt x="251510" y="245003"/>
                  <a:pt x="264621" y="258146"/>
                  <a:pt x="264621" y="274358"/>
                </a:cubicBezTo>
                <a:cubicBezTo>
                  <a:pt x="264621" y="290570"/>
                  <a:pt x="251510" y="303713"/>
                  <a:pt x="235336" y="303713"/>
                </a:cubicBezTo>
                <a:cubicBezTo>
                  <a:pt x="219162" y="303713"/>
                  <a:pt x="206051" y="290570"/>
                  <a:pt x="206051" y="274358"/>
                </a:cubicBezTo>
                <a:cubicBezTo>
                  <a:pt x="206051" y="258146"/>
                  <a:pt x="219162" y="245003"/>
                  <a:pt x="235336" y="245003"/>
                </a:cubicBezTo>
                <a:close/>
                <a:moveTo>
                  <a:pt x="304137" y="44408"/>
                </a:moveTo>
                <a:cubicBezTo>
                  <a:pt x="160931" y="44408"/>
                  <a:pt x="44470" y="160707"/>
                  <a:pt x="44470" y="303714"/>
                </a:cubicBezTo>
                <a:cubicBezTo>
                  <a:pt x="44470" y="446564"/>
                  <a:pt x="160931" y="562864"/>
                  <a:pt x="304137" y="562864"/>
                </a:cubicBezTo>
                <a:cubicBezTo>
                  <a:pt x="447187" y="562864"/>
                  <a:pt x="563649" y="446564"/>
                  <a:pt x="563649" y="303714"/>
                </a:cubicBezTo>
                <a:cubicBezTo>
                  <a:pt x="563649" y="160707"/>
                  <a:pt x="447343" y="44408"/>
                  <a:pt x="304137" y="44408"/>
                </a:cubicBezTo>
                <a:close/>
                <a:moveTo>
                  <a:pt x="304137" y="0"/>
                </a:moveTo>
                <a:cubicBezTo>
                  <a:pt x="471755" y="0"/>
                  <a:pt x="608274" y="136174"/>
                  <a:pt x="608274" y="303714"/>
                </a:cubicBezTo>
                <a:cubicBezTo>
                  <a:pt x="608274" y="471098"/>
                  <a:pt x="471755" y="607427"/>
                  <a:pt x="304137" y="607427"/>
                </a:cubicBezTo>
                <a:cubicBezTo>
                  <a:pt x="136364" y="607427"/>
                  <a:pt x="0" y="471098"/>
                  <a:pt x="0" y="303714"/>
                </a:cubicBezTo>
                <a:cubicBezTo>
                  <a:pt x="0" y="136174"/>
                  <a:pt x="136364" y="0"/>
                  <a:pt x="3041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398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Medical </a:t>
            </a:r>
            <a:r>
              <a:rPr lang="en-US" altLang="zh-CN" dirty="0" smtClean="0"/>
              <a:t>Practitioners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246" name="图片 2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617" y="1893658"/>
            <a:ext cx="6151575" cy="4346806"/>
          </a:xfrm>
          <a:prstGeom prst="rect">
            <a:avLst/>
          </a:prstGeom>
        </p:spPr>
      </p:pic>
      <p:sp>
        <p:nvSpPr>
          <p:cNvPr id="248" name="文本框 247"/>
          <p:cNvSpPr txBox="1"/>
          <p:nvPr/>
        </p:nvSpPr>
        <p:spPr>
          <a:xfrm>
            <a:off x="3646694" y="1391893"/>
            <a:ext cx="273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Unemployment</a:t>
            </a:r>
            <a:endParaRPr lang="zh-CN" altLang="en-US" sz="2800" dirty="0"/>
          </a:p>
        </p:txBody>
      </p:sp>
      <p:sp>
        <p:nvSpPr>
          <p:cNvPr id="249" name="crying-emoticon-rounded-square-face_42888"/>
          <p:cNvSpPr>
            <a:spLocks noChangeAspect="1"/>
          </p:cNvSpPr>
          <p:nvPr/>
        </p:nvSpPr>
        <p:spPr bwMode="auto">
          <a:xfrm>
            <a:off x="3101311" y="1400736"/>
            <a:ext cx="506283" cy="505534"/>
          </a:xfrm>
          <a:custGeom>
            <a:avLst/>
            <a:gdLst>
              <a:gd name="T0" fmla="*/ 276 w 1552"/>
              <a:gd name="T1" fmla="*/ 276 h 1552"/>
              <a:gd name="T2" fmla="*/ 276 w 1552"/>
              <a:gd name="T3" fmla="*/ 1276 h 1552"/>
              <a:gd name="T4" fmla="*/ 1276 w 1552"/>
              <a:gd name="T5" fmla="*/ 1276 h 1552"/>
              <a:gd name="T6" fmla="*/ 1276 w 1552"/>
              <a:gd name="T7" fmla="*/ 276 h 1552"/>
              <a:gd name="T8" fmla="*/ 276 w 1552"/>
              <a:gd name="T9" fmla="*/ 276 h 1552"/>
              <a:gd name="T10" fmla="*/ 1199 w 1552"/>
              <a:gd name="T11" fmla="*/ 1199 h 1552"/>
              <a:gd name="T12" fmla="*/ 353 w 1552"/>
              <a:gd name="T13" fmla="*/ 1199 h 1552"/>
              <a:gd name="T14" fmla="*/ 353 w 1552"/>
              <a:gd name="T15" fmla="*/ 353 h 1552"/>
              <a:gd name="T16" fmla="*/ 1199 w 1552"/>
              <a:gd name="T17" fmla="*/ 353 h 1552"/>
              <a:gd name="T18" fmla="*/ 1199 w 1552"/>
              <a:gd name="T19" fmla="*/ 1199 h 1552"/>
              <a:gd name="T20" fmla="*/ 790 w 1552"/>
              <a:gd name="T21" fmla="*/ 861 h 1552"/>
              <a:gd name="T22" fmla="*/ 1096 w 1552"/>
              <a:gd name="T23" fmla="*/ 1056 h 1552"/>
              <a:gd name="T24" fmla="*/ 1075 w 1552"/>
              <a:gd name="T25" fmla="*/ 1108 h 1552"/>
              <a:gd name="T26" fmla="*/ 1023 w 1552"/>
              <a:gd name="T27" fmla="*/ 1087 h 1552"/>
              <a:gd name="T28" fmla="*/ 790 w 1552"/>
              <a:gd name="T29" fmla="*/ 941 h 1552"/>
              <a:gd name="T30" fmla="*/ 557 w 1552"/>
              <a:gd name="T31" fmla="*/ 1087 h 1552"/>
              <a:gd name="T32" fmla="*/ 520 w 1552"/>
              <a:gd name="T33" fmla="*/ 1112 h 1552"/>
              <a:gd name="T34" fmla="*/ 504 w 1552"/>
              <a:gd name="T35" fmla="*/ 1109 h 1552"/>
              <a:gd name="T36" fmla="*/ 483 w 1552"/>
              <a:gd name="T37" fmla="*/ 1057 h 1552"/>
              <a:gd name="T38" fmla="*/ 790 w 1552"/>
              <a:gd name="T39" fmla="*/ 861 h 1552"/>
              <a:gd name="T40" fmla="*/ 512 w 1552"/>
              <a:gd name="T41" fmla="*/ 585 h 1552"/>
              <a:gd name="T42" fmla="*/ 595 w 1552"/>
              <a:gd name="T43" fmla="*/ 502 h 1552"/>
              <a:gd name="T44" fmla="*/ 678 w 1552"/>
              <a:gd name="T45" fmla="*/ 585 h 1552"/>
              <a:gd name="T46" fmla="*/ 595 w 1552"/>
              <a:gd name="T47" fmla="*/ 667 h 1552"/>
              <a:gd name="T48" fmla="*/ 512 w 1552"/>
              <a:gd name="T49" fmla="*/ 585 h 1552"/>
              <a:gd name="T50" fmla="*/ 887 w 1552"/>
              <a:gd name="T51" fmla="*/ 585 h 1552"/>
              <a:gd name="T52" fmla="*/ 970 w 1552"/>
              <a:gd name="T53" fmla="*/ 502 h 1552"/>
              <a:gd name="T54" fmla="*/ 1052 w 1552"/>
              <a:gd name="T55" fmla="*/ 585 h 1552"/>
              <a:gd name="T56" fmla="*/ 970 w 1552"/>
              <a:gd name="T57" fmla="*/ 667 h 1552"/>
              <a:gd name="T58" fmla="*/ 887 w 1552"/>
              <a:gd name="T59" fmla="*/ 585 h 1552"/>
              <a:gd name="T60" fmla="*/ 343 w 1552"/>
              <a:gd name="T61" fmla="*/ 710 h 1552"/>
              <a:gd name="T62" fmla="*/ 457 w 1552"/>
              <a:gd name="T63" fmla="*/ 679 h 1552"/>
              <a:gd name="T64" fmla="*/ 431 w 1552"/>
              <a:gd name="T65" fmla="*/ 735 h 1552"/>
              <a:gd name="T66" fmla="*/ 411 w 1552"/>
              <a:gd name="T67" fmla="*/ 780 h 1552"/>
              <a:gd name="T68" fmla="*/ 341 w 1552"/>
              <a:gd name="T69" fmla="*/ 782 h 1552"/>
              <a:gd name="T70" fmla="*/ 343 w 1552"/>
              <a:gd name="T71" fmla="*/ 710 h 1552"/>
              <a:gd name="T72" fmla="*/ 349 w 1552"/>
              <a:gd name="T73" fmla="*/ 918 h 1552"/>
              <a:gd name="T74" fmla="*/ 428 w 1552"/>
              <a:gd name="T75" fmla="*/ 897 h 1552"/>
              <a:gd name="T76" fmla="*/ 410 w 1552"/>
              <a:gd name="T77" fmla="*/ 936 h 1552"/>
              <a:gd name="T78" fmla="*/ 396 w 1552"/>
              <a:gd name="T79" fmla="*/ 967 h 1552"/>
              <a:gd name="T80" fmla="*/ 347 w 1552"/>
              <a:gd name="T81" fmla="*/ 968 h 1552"/>
              <a:gd name="T82" fmla="*/ 349 w 1552"/>
              <a:gd name="T83" fmla="*/ 918 h 1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52" h="1552">
                <a:moveTo>
                  <a:pt x="276" y="276"/>
                </a:moveTo>
                <a:cubicBezTo>
                  <a:pt x="0" y="552"/>
                  <a:pt x="0" y="1000"/>
                  <a:pt x="276" y="1276"/>
                </a:cubicBezTo>
                <a:cubicBezTo>
                  <a:pt x="552" y="1552"/>
                  <a:pt x="1000" y="1552"/>
                  <a:pt x="1276" y="1276"/>
                </a:cubicBezTo>
                <a:cubicBezTo>
                  <a:pt x="1552" y="1000"/>
                  <a:pt x="1552" y="552"/>
                  <a:pt x="1276" y="276"/>
                </a:cubicBezTo>
                <a:cubicBezTo>
                  <a:pt x="1000" y="0"/>
                  <a:pt x="552" y="0"/>
                  <a:pt x="276" y="276"/>
                </a:cubicBezTo>
                <a:close/>
                <a:moveTo>
                  <a:pt x="1199" y="1199"/>
                </a:moveTo>
                <a:cubicBezTo>
                  <a:pt x="966" y="1432"/>
                  <a:pt x="586" y="1432"/>
                  <a:pt x="353" y="1199"/>
                </a:cubicBezTo>
                <a:cubicBezTo>
                  <a:pt x="120" y="966"/>
                  <a:pt x="120" y="586"/>
                  <a:pt x="353" y="353"/>
                </a:cubicBezTo>
                <a:cubicBezTo>
                  <a:pt x="586" y="120"/>
                  <a:pt x="966" y="120"/>
                  <a:pt x="1199" y="353"/>
                </a:cubicBezTo>
                <a:cubicBezTo>
                  <a:pt x="1432" y="586"/>
                  <a:pt x="1432" y="966"/>
                  <a:pt x="1199" y="1199"/>
                </a:cubicBezTo>
                <a:close/>
                <a:moveTo>
                  <a:pt x="790" y="861"/>
                </a:moveTo>
                <a:cubicBezTo>
                  <a:pt x="925" y="861"/>
                  <a:pt x="1045" y="937"/>
                  <a:pt x="1096" y="1056"/>
                </a:cubicBezTo>
                <a:cubicBezTo>
                  <a:pt x="1105" y="1076"/>
                  <a:pt x="1095" y="1099"/>
                  <a:pt x="1075" y="1108"/>
                </a:cubicBezTo>
                <a:cubicBezTo>
                  <a:pt x="1055" y="1117"/>
                  <a:pt x="1031" y="1108"/>
                  <a:pt x="1023" y="1087"/>
                </a:cubicBezTo>
                <a:cubicBezTo>
                  <a:pt x="984" y="998"/>
                  <a:pt x="893" y="941"/>
                  <a:pt x="790" y="941"/>
                </a:cubicBezTo>
                <a:cubicBezTo>
                  <a:pt x="685" y="941"/>
                  <a:pt x="594" y="998"/>
                  <a:pt x="557" y="1087"/>
                </a:cubicBezTo>
                <a:cubicBezTo>
                  <a:pt x="550" y="1103"/>
                  <a:pt x="535" y="1112"/>
                  <a:pt x="520" y="1112"/>
                </a:cubicBezTo>
                <a:cubicBezTo>
                  <a:pt x="515" y="1112"/>
                  <a:pt x="509" y="1111"/>
                  <a:pt x="504" y="1109"/>
                </a:cubicBezTo>
                <a:cubicBezTo>
                  <a:pt x="484" y="1100"/>
                  <a:pt x="474" y="1077"/>
                  <a:pt x="483" y="1057"/>
                </a:cubicBezTo>
                <a:cubicBezTo>
                  <a:pt x="532" y="938"/>
                  <a:pt x="653" y="861"/>
                  <a:pt x="790" y="861"/>
                </a:cubicBezTo>
                <a:close/>
                <a:moveTo>
                  <a:pt x="512" y="585"/>
                </a:moveTo>
                <a:cubicBezTo>
                  <a:pt x="512" y="539"/>
                  <a:pt x="549" y="502"/>
                  <a:pt x="595" y="502"/>
                </a:cubicBezTo>
                <a:cubicBezTo>
                  <a:pt x="641" y="502"/>
                  <a:pt x="678" y="539"/>
                  <a:pt x="678" y="585"/>
                </a:cubicBezTo>
                <a:cubicBezTo>
                  <a:pt x="678" y="630"/>
                  <a:pt x="641" y="667"/>
                  <a:pt x="595" y="667"/>
                </a:cubicBezTo>
                <a:cubicBezTo>
                  <a:pt x="549" y="667"/>
                  <a:pt x="512" y="630"/>
                  <a:pt x="512" y="585"/>
                </a:cubicBezTo>
                <a:close/>
                <a:moveTo>
                  <a:pt x="887" y="585"/>
                </a:moveTo>
                <a:cubicBezTo>
                  <a:pt x="887" y="539"/>
                  <a:pt x="924" y="502"/>
                  <a:pt x="970" y="502"/>
                </a:cubicBezTo>
                <a:cubicBezTo>
                  <a:pt x="1015" y="502"/>
                  <a:pt x="1052" y="539"/>
                  <a:pt x="1052" y="585"/>
                </a:cubicBezTo>
                <a:cubicBezTo>
                  <a:pt x="1052" y="630"/>
                  <a:pt x="1015" y="667"/>
                  <a:pt x="970" y="667"/>
                </a:cubicBezTo>
                <a:cubicBezTo>
                  <a:pt x="924" y="667"/>
                  <a:pt x="887" y="630"/>
                  <a:pt x="887" y="585"/>
                </a:cubicBezTo>
                <a:close/>
                <a:moveTo>
                  <a:pt x="343" y="710"/>
                </a:moveTo>
                <a:cubicBezTo>
                  <a:pt x="375" y="677"/>
                  <a:pt x="457" y="679"/>
                  <a:pt x="457" y="679"/>
                </a:cubicBezTo>
                <a:cubicBezTo>
                  <a:pt x="436" y="710"/>
                  <a:pt x="431" y="735"/>
                  <a:pt x="431" y="735"/>
                </a:cubicBezTo>
                <a:cubicBezTo>
                  <a:pt x="426" y="764"/>
                  <a:pt x="411" y="780"/>
                  <a:pt x="411" y="780"/>
                </a:cubicBezTo>
                <a:cubicBezTo>
                  <a:pt x="377" y="816"/>
                  <a:pt x="341" y="782"/>
                  <a:pt x="341" y="782"/>
                </a:cubicBezTo>
                <a:cubicBezTo>
                  <a:pt x="307" y="748"/>
                  <a:pt x="343" y="710"/>
                  <a:pt x="343" y="710"/>
                </a:cubicBezTo>
                <a:close/>
                <a:moveTo>
                  <a:pt x="349" y="918"/>
                </a:moveTo>
                <a:cubicBezTo>
                  <a:pt x="371" y="895"/>
                  <a:pt x="428" y="897"/>
                  <a:pt x="428" y="897"/>
                </a:cubicBezTo>
                <a:cubicBezTo>
                  <a:pt x="413" y="918"/>
                  <a:pt x="410" y="936"/>
                  <a:pt x="410" y="936"/>
                </a:cubicBezTo>
                <a:cubicBezTo>
                  <a:pt x="407" y="956"/>
                  <a:pt x="396" y="967"/>
                  <a:pt x="396" y="967"/>
                </a:cubicBezTo>
                <a:cubicBezTo>
                  <a:pt x="372" y="992"/>
                  <a:pt x="347" y="968"/>
                  <a:pt x="347" y="968"/>
                </a:cubicBezTo>
                <a:cubicBezTo>
                  <a:pt x="323" y="945"/>
                  <a:pt x="349" y="918"/>
                  <a:pt x="349" y="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5910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ṣḻiḋ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S1îd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 smtClean="0"/>
              <a:t>Conclusion</a:t>
            </a:r>
            <a:endParaRPr lang="zh-CN" altLang="en-US" sz="4000" dirty="0"/>
          </a:p>
        </p:txBody>
      </p:sp>
      <p:sp>
        <p:nvSpPr>
          <p:cNvPr id="6" name="í$ľïḓê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400" dirty="0" smtClean="0"/>
              <a:t>WANG Zibo</a:t>
            </a:r>
            <a:endParaRPr lang="en-US" altLang="zh-CN" sz="1400" dirty="0"/>
          </a:p>
        </p:txBody>
      </p:sp>
      <p:sp>
        <p:nvSpPr>
          <p:cNvPr id="9" name="isļíďe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2049656" y="2761569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z="1350" spc="75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7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Thriving Industry</a:t>
            </a:r>
            <a:endParaRPr lang="zh-CN" altLang="en-US" dirty="0"/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21</a:t>
            </a:fld>
            <a:endParaRPr lang="zh-CN" altLang="en-US"/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BE12FBAD-7E99-4DED-A910-21B55B8F2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867349"/>
              </p:ext>
            </p:extLst>
          </p:nvPr>
        </p:nvGraphicFramePr>
        <p:xfrm>
          <a:off x="251818" y="1570238"/>
          <a:ext cx="8640364" cy="412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087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Engineering and Society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B05794D-51BF-4C8C-A860-3E0FFBE1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59" y="2416816"/>
            <a:ext cx="2762144" cy="1955599"/>
          </a:xfrm>
          <a:prstGeom prst="rect">
            <a:avLst/>
          </a:prstGeom>
        </p:spPr>
      </p:pic>
      <p:pic>
        <p:nvPicPr>
          <p:cNvPr id="6" name="Picture 2" descr="data:image/jpeg;base64,/9j/4AAQSkZJRgABAQEAAQABAAD/2wBDAAgGBgcGBQgHBwcJCQgKDBQNDAsLDBkSEw8UHRofHh0aHBwgJC4nICIsIxwcKDcpLDAxNDQ0Hyc5PTgyPC4zNDL/2wBDAQkJCQwLDBgNDRgyIRwhMjIyMjIyMjIyMjIyMjIyMjIyMjIyMjIyMjIyMjIyMjIyMjIyMjIyMjIyMjIyMjIyMjL/wAARCAFNAfQDAREAAhEBAxEB/8QAHAAAAQUBAQEAAAAAAAAAAAAAAwECBAUGAAcI/8QAThAAAQMCAwQFCQYDBgMIAQUAAQACAwQRBRIhBjFBURMiYXGBFDIzNHJzkbHBByMkQlKhFWLRNUNEY4KSJVPwFhd0g6LC4fFkJlSTstL/xAAaAQADAQEBAQAAAAAAAAAAAAAAAQIDBAUG/8QALBEBAQACAgICAgICAwACAwEAAAECEQMxEiEyQQRREyIjYTNCcRSBBUNSof/aAAwDAQACEQMRAD8A1zRouB1iCyAK0fJVOyq1wQf8Rh7z8l1YdMMmlqOHijJMDf6EopxAfvHeFFVBIRo5XgnJzgqSYgwZ/Oaufm7jbiSoPQs7kp0WXaFjnqzfcO+q6MfhGN7K/wDs9nsj5KvoJNKPwsfsrny7rWdCfnHd9VJlKDIdOCA5rusNCjG+yvQ7TddUYqvGx99H7v6pZ9CdqGb0h7lycvydOHQSyWRIyWSDrIMlkjOASBQEA9rUwMwFOEMxxb3J45WJuMqSxwcNFvMts7DwqhCNVEIAmk4IBbJgtkE6yAWyYJlQHWSBcqA6yYLZAdZAcAgOsgOsgOyoDsqA61kaDrIBMqRkIQRpCRmkIMF4twSqorawdd/csMmkVpCkGuASAZbqmERmIATOjLy0hxHXbcfFNWlnHnc3rNseFjcFCR4731VQquMEH4+Lvd8l1YdMMmkqOHeUVMDOsZRTQX7x3hRVHw+a5XgnIrlSTLIAE3nNXPzfTbiSofQt7kp0L2g456s3/wAO76rox+EZXs5/9nt9kfJV9Ek0vqsfsrny7aToQj7zw+qlRUAqA5ujgnj2VvoZu9dMY1VY2Pv4/d/VLLo8e1DOPvPBcnL83Th0EslmpByRkQZQEgcAgzgEA9oQQrRqmQgCZHtuNQnvR+h2Ovv3rXHLbOzQoWm9IEaqI8II4Jg6yZFsgODbplsZtLI4XA/dPxLZfI5Ry+KfiPKO8kk7PijxPcN8ncPzN+KPEtkcwN43S0DbBJTst0B2VALZAdZAdZAdlQCWQHWRoGkBIyFoRoGlqQ2E9t1NVFK+fykzuy5cj3R2vvssMu2kQiEjNISBlkgU0kTnXdG0nnZUNpIsNEARmpKqFVxgg/Hx/wCr5Lqw6YZNHONB3lFTAvyIUgv3jvUU4dD5rlWFTkc4q0mXQAJh1m+K5+b6bcX2lw+ib3JfQvaBjnq7f/Dn6rox+MZX5HSeotH8o+Sf0SVTeqxeyFhl20nR58/w+qRnBIOQCjeFWPZZdDNXRGVVWN+sR+7+qWXR49qGf0nguXl+bpw6BWK3JAlkG6yRuSBQgz2oArQmk8ab0EI0aKoBAEaB1kARj7aH4q8c/wBpsGaVtKzsEBVFo8FNJwKYLdAKmNM1tjtj/wBkqWnlFFJVumLtBJlAA3680QtMEftxrJQTBgMJAGuepd9Aj2D6f7eIg9ra3Z97R+YwVN/gHD6o9j29QwbG8Px/D4q3D6hssT2gltxmYeThwKNhYlMESNwKCKgyoDkByA5AIUAm9AIg3IBpU0gn2GpNgNSpqozVC/paeeT9Ur3LHLtrDLKDIQgGHegJAGiYPyg8EyEa217JwqtsE9ej/wBS6semGTRT/VFKBjzUGgyecPaUVUOhHUPeqw6TkVwVpDISAE5ILe4rn577jfi6qXD6FvshE6K9oOOert9wfqujH4xlfkdJ6i32R8kyS6b1WL2QsMu2k6OHn+H1UmcgFQHDeFWPYvQzV0Maqsb9Yj92ll0c7Z+qJ6YNbbM6wF+a5OTdydOHSPFLn0LSHcQpuFhzIRQpyRuSMiQPCYOCAI1BHxi9XELX0d8lpxz+yM/XtLMFtWfBaZcf3EzL9kHK1lks4BBlsgFDi0pzLRWCtdcb1rMts7BA5VKnR4KojgUyPGqcNSbQ0cGI0boZ2xyMANgRe2liQsc7XTw4zXt854/h/wDBsRqKWAtMYdcXGvxW2N3jGPLjMcvTOzyl/W3X/ZUybf7Mtpn4LtbS04damrZBBICNxJAB+Kmz9B9JkPvqEao2UMPJP2NuyHkgbKAUDZbFA26yBt1kDbrIBCEG6yA6yASw5IBLIAFW29JNb/luH7FTkrFlsGbbDSD+o/ILDLtrDyoM0pAyyAOqDmyNc7KHDNvtfVEIduqqFVtgnrrO5y6semGTRT8e9GRQJu5I0KUdYe0FFOHQ+jPerw6LI4jRUkMpBGqPOb3Fc3P3G/D9pcPomdwRj0V7Qcd9Xb7g/VdU+MZXuny+pN9kfJBJNMfw0fshYZdtZ0dmHSb+H1U7PR1xzTBwQThvCc7K9DM3roZqrG/WI/dpZdDHtSD19ml93Gy5s/8AkdGPxSnxxuErujAe1p6xG/RVlExVrlbFQbkjcgHBAECAe0IISEXq4geTvkteL5Iz6WGUt3XcP3XTpi4gPU5YyqlpmQt7QscsLGkylcpUSyQdq3UInoqc2T4rXHPaLjoVsnatJU2DNcqSc+RscT3vIDQCSb2RuSboktuozOJkYhE2ZnTQvuSy+4tCwzvli78MfGvEtvLR4415t1mh/edxW3FlvBzfkY6zZluDV1XTVFTTU7pKeK5Lha+XfcDeQFVzxl1UY8Oec8sYi4XVGkxekqh1hFPHIADvs4FUxr7RFVTzMErCS14DxpwIuq3CMdKzhdG4DDIkZvSBIFzi1yQB2lMGiaN3mvaT2EIspSwuYKT064QbswQHZgg3ZggELgjYNzhGwFMc1PMP5HfIqLTjL4QLUTx/OfkFhl22hbFSZpCRmWQBnaNKomQqsZjw7F5HTwVQ6oAmibmFuWvck0k3GmwWvixOiNRBM6WMvLQ5zMp0AuLK5tnnNNPgg/Gs7nLqx6c2TQz8e9GRQJu5I0OYdbxCmnD4h92e9Xh0mlIVEETw4qbZs9VHna5zhlaToubm92ab8Xqe0mNwbG0EOvYcE50m9oWNa07T/kfUronxZXunyj8G3uCZDwOtTRjKfNC58rrKtpPRMjRcBvVIsRdTtX+jg6wADdO9IaL0pHBv+5HkWislJkaOrqf1J45TcguPpKYdV1sFXjXrEfu0ZdDHtR/41hsDYg68O1cmXzdGPxSiXZZyQLFuhvv0VW9lFbZc7WOQHJUy2SM5u9AECCp4TIWnbmroG3te4uO5a8fyTn0s5aaan19IwcRvC6dVhsO4frfVSZD1Tr+yDdlvu0UZYb6VMjbLKzS9uskZjmpaMjZCDYpzO9VNxGZLbitpUWB4jFLV0DooPPLgbZ8lxx1sfgjKeU0vgymGe6gVcTm4NTxPIe9rDme0W63co5JrGR08d3na80xjZ2HEsThqqo5o4WFuTnqsseS4zUa58WOVlyVmI1EOzNDVSO6KON7MtJTNdd1/hpzPJXhLndVWWU4cLawuzuFOxTaPC6KNgPlFRG0t7Lgu8LArsyeO+tbtbo0ANGjQOA4KdmXMjYZfbHbD/s1TNZTUZq6yRuYAm0cQ/U8/RG4Jjb7eRVn2vbVmsztrKNsTXawR0oDXDlc9b91cuk3H/b07Ado6faXB4cSpy4Nfdr43OzGJ43tP9eIK68dZTcct3LqrB02XUKtDa+w2d01BG9xu7UE87FcXLPHOunjv9UnOo2t2YI2CZ0bDs4S2DS9I9Gl9uKKNOY4OilF9SD8kofTOYUPwr/bPyCyy7ax1tFBmEIBLJA50rM5ZmGbiFWrei2GKaJxdYDrb+1Gqe0qngZA0hjQA45iALaqoMrtd4GPxbPZcurHpzZNDNuKMigI3JKRZh1/EJUQ+Ifd+KrHpORxVJCc3W4JBUZYS3aplYizl7HAAnULn5Z430247sDpH8z8VMt0uwmKEmiivv8n+pXXj8I58vlRpvU29wTSZESWDXguPP5V049Q43UqdYpA0gpaEp0Lfv2d6eE/vBlfS0aF34uOqzGh9/H7sIy6PHtQSgeVNJvYWOi5eT5unDo6OVpzhkjjoQQUrTBWSnJByKbgkZwQBAgj2pgWn0xCmP8xWvF8oz5Pi0pdqV1udAqmR57gBrid4Ssg2iyNe3qG2Ya96mzS5dmtfrlNweRSAh7UrNqlJfWyw002QpUwXhSYDpHR9o5JedxOyU+OdszhEdQ85SFrhnuos8fYU/ktEySije45czuu8uIJG65V8lnTpw3l/ZmZYmvY4fELm06tvPdssAqMRHSwOzSg+adS7u7exa8Wer4ubn4vOb2P9k+BVVHtdJWYlTzQvpaZzog9uhc45DrzAubLq5L4+q8+T29s8sbzWfkrTvLGc0eReIOP4ZDW4c+Gb8w15p2fbfjv1p8xbUYeMOxeeBmawPVzC11pLuMc5qrb7MtpThG0HkE8lqSvIjIO5kv5Hf+3xW3Flq6c3Jjube1PeTp+y6mG1zh1S2KhjYTbefiV5/NlPOuzjx/pEryxvNZeS9E8tbzR5QaJ5aOaXlD8TTWjmjyHiaa4c0vI/Ew1o5pXI5Eqik6V4P+U9Vh7Tn2qMM9BJ7w/IKMu1xxUKNKAag1XM6amrHSZOkz6G77WC1485izyxtSqeoMxt0MjHdtiPitfPC9s/DKdLVnmjuWN7a/S4wP1tnsuXTh0wrQTbkZFARuSNGlHWSoh8Xo/FVj0WXZSFaTSEgizi7h3Lm5u424ukfLvURpaZimlJEP8AIHzK6sfjHPl8qNN6o3uCZAMY/KCDouPP5V1Y/GHiR7RqFJnCZpIFtSUbLQpanS2dE375h7U8J/aDLpPau2OZWY16aP3YSy6GPaglH4jvC5OT5OnDoHzXG1hdY7XotlQcUg5IyhIzggHjenCECYPhNq2nP8yvj+UZ5/FoS7VdjDSsrpbSeIU0kgta+pcHC942/JO9nOjX03Vc4atGpul4ns/yNjYxIbk5eKfjNFKiP3hYYfbXM0uITuMKZGOIO5YXGxrKjTbis8lxWzSOiOZpsVluy+laHw2T+J1JpXwBziC50gFi0cz2Lo4s/wCS6PzuBJ8BnqHXjIja0kPkfoB4cVvj+Pc76aZflY8c99pNJs9T0x6Qtc55/O7znd36QuzDiw4prF53JzZ8vYVbmNSaekbmdE272t3NvuHesebC5Tc7GGWu+lW6seHEG4INiDwXFctXVdEx37K2qmmcIobdI7RubcO09iJlu+h4rqspJJHS1EhjEL2h0eW7XtNhv114ro5PeO1cc/tp5R9omCPxeKKSmhDqhhtdu9wWfFySX3005+K5T0xNTsDilHgVTiz6iITUobJJA25c1pOhzcxvstsebG3UYX8XLwuV/wDdPWMG2gp8Q2Vp8aqJWsYIb1Djua9ujv3H7heljlLjt5dn9vFnNlvtExLHcf8AIG0EZpOu/pWkh7GX6pPDkF5n5Ektzd3HbqYt35a7tXL5ujxIa1yX8g8CeWu5o8x4ENa7mj+Q/Ew1ruaXnB4mmtdbel5jxavAz0kELzxhcurg947Ycnavw30Mo5SfRGXap0VwWajSgG2QbN4xXTsxR8TH5GRgWAA14rbDGWe2VvtocPp7QsLn5nEAkkWV/wAcpXOxPFgLJXj0Xntb4H60w/yuW2HSK0EvmpUoBwSMCXzkqDovRhXj0nLs4qiNIQEaYdcdy5uXuNuPoGyiRaPivoIx/wDjj5ldOPxjC/KjTeqN7gmToheJncuPP5V04/GHZbqVBhtpmo+xb6SrLSxBYx963vSx+UGXSYxdkc6rxsffR+wEZdDHtnavpOmb0Yu7TjbRcfJ8nTh0EzOQDICHHgeCxaCKidZIESMoSBwTB4QBGpkdHpWU/trTj+UTn8WgK6mCqr/SnvHyU5FpMv8Aiz7tvyVUTpIGsE3spz7Azx+G/wBP0TvRRUOYXloG9c2HdbZgS54muLm+aCdVogMk5QTx5KMoqUzI+Z4jY3M52gCxvFcr6aTOTt38FMj2CSS5cbhjBqR3rTD8L3/aoy/I/SHtJitJspTGgpWsjq6lji5xF81huvw5d69Dg/Hwk9Rz58lt3Vts7XOxjZuirzTyQsLA1kb7nPbTOCdSDwvvTsmPqFu5XdTK10kUQbEM9VMcrB+ntPKyjSthw4dFR0oazVx1c62r3c0+iU+LUDamJzmNHTs1BH5uxcv5HD54+u434uTWWqz9JUOp5rgtAeMji5t7NJFz3rzOPK45Tbs/21U4ZU0YhhkkPk+js4sSDqP2XfnjvHULDLxy3ftkKoBsxJAdldfVctmnTvbK7T1jYcIxGmp45C+sjJmleeHIBXxT+0RzZTxsnbx419Z/DxQCol8k6QydDm6ubnbnovR3608nXvbV/ZpBVHabpoWO8nZC9s7raAEaC/O9ly/lWeGq24flt68vMdhNUwTXmkDUA0hAMduQbcbPi9BT9sLwvS/H+Di5fkhYb6Of3n0Rl2qdFIWajSEAmVAY/FtcZqe8fJb8fxZ3tsqUWYwcmgfstYijkdZOoW+BC1S0cmOTxOtDN5qV6KI/5UjBk3opQ+MfdhVj0V7KqIhQSPKOsO5c/L3G/H0ERe6z+lfaJi3ome4HzK6cfjGN7o0/qre4KiPhH3LPZC48/lXRj1D7aqVGW+9CU7FSLLVG3MHXb3p49i9JbN66WH0qsb9Mz3Y+aL0Me1FIL1I7lx8nydOHQcjess6oiDIUgRIFCRnhMHhMHtQRzPW6f21fH8k5/Ffneutzquu9Ie8fJTl0Imf4r/ym/JOiJA9Xl9lOfZXtId6t/o+iv6KKMvZK0Fpa4C+7gVwZW+Nrrx7S3xNkw95cLkRro493H2wz9X0izQXfkbvyiyWV/t4nOtptPStooA93nPY4yO5di6cMJj/6zyy2dTxuztc49cjppP5GDUNCu+ksOdk49sNpTi+Il8mHsc1zI72ExtfKD+kfmPHcOK3yzmGMxk9s9XK/6b2rLDTupWECRws1rdA0c9NwAWEaAUsDcrqk9WK2Vg/lHHvJTKg1E75eBYw7hxKRoTtSbeCQZbEYxHXShu49b4rx/wArGY8t07+G7wi8rcchjo4Y6dwlc6Noe7dra2q6P5cbJJRhj91RSUFU83fE4F3Cyi41vMpWZ2goHOdkawuc7qhoG/sU4S71Oyz1rdRMM2GwaLDGR12Hwy1LiXSPLje54Ag8Fr+Vebiynv05eL+POVoKKho8NpW01FBHBC03yM0ueZ5lcWWWWV3k3kknpJuOY+KnRkJHMfFGgaSOY+KDlNLm/qHxQNkNiNEAwhIVudnh+ApfdvC9L8f/AI44+X5IOG+jqPeD5Iy7VCnfv4rNRpQDfigMfif9s1Htj5Bb4fFne20gG5aRFGcbO1VISoKl9K1ksbsp3XRKdaKlrm1kHWs2Qbxz7QikfwSAUnBFB8fowrx6K9lTIiAG+POb3WeWHkvHLQZhNzql/EPOq/FxZjRygb8ytNamk73RpvVW9wQB4I7wRm+9oWV4pbtczs9CdEOaP4sR/JTehHSAo/ixK8mQ/RhV/HiPKkDG5giY4yjyozN6uJVeN+mj9j6ovQnbPVEoiqYySBmc1mptvXJyfJ04dI76yPy7yYlodYEDML/BZVpoZCScUjcgyhIHBAPCAI1Mit9ap/bWnH8k59L4k3XW5tquuv0htzHySs9CVNN/Kh7pvyRl2JfSQ30E3sp/Q+0g+rD2PoqJmKNpD5ha3WK4MvjXVO4uwLYe/wB39V08XxY8l9iQ04M/lJs7I0ZW/VaTjlzmVT5+vE0vLqxkIuWPefAb1v8A7ZjQRwx0NW2RrWROe5pHZbd+5U/ZoTXOLI6ShjFNTRsDBlFiGjQAclXqe6B3Uzm08kUDbutY24uPC/YkVGEQjp2RuGbI3dwugKupc4SOD3Autw3BPRoj5AGFrRqeJRobZvEoGvr3uJFyAuHmwlzrowyvjIiGkB3PsPBZ+GKvKtXgbxU0bYpHZ5IBlvxLeH9FpPcEy9ByYEw+UVTm3mcfur/lbx8T8l1fj8XjbnWX5HN5f0nSmmw1xdmOYNGhAC6OTjxzmsnNjlcbuIhw/Lp0zu8gLzc+Hwuq68eTynonkQA9MT8FHjFeTvI229Kf2R4w/I11E0/3zv2R4wboT6GPQ9O/4o8YAo25c4G4PK4+Wazrow6Ossltxs6PwFJ7DwvS/G/43Fy/OoOH7qj3g+SMuzjjv8Vms0oBEBjsRF8bqPeD6LfD4s722sO8LSIosnnXVIT8LY2YmN4u1zXAogp2G3bMGb7EtQPpbft3JkS55lA2cJHNFtCieiKJubf3T2C9MzjceCYKHsO5wSNyZKvGdw9yPmUUQ+f1YdwSNMp/VovZCAKkDfzhMhHebpzSpmN3hIDs3qoFVjfpY/Y+qMuhO1BMYxUsMhaGgggu3X4Lk5Pk6MOkUNpamZtQ1jXPGrXka+BWdi5foayRuQCWUmUIB4QDwmDwmRWj8XT+2r4/kjP4r8gdq63OrqxoMh7x8kqEoj8X/wCU35IvYnSQB9xL7Kf7H2Pvpx7H0VfRM7h8RfPI0NDi48L6ri1ctyOnK60m1slZHAIKSmdK8i2+wJGtgeB5XXTOPLHHURhcLlvKqKubikk7jLeOQWMVQQM7ex1tOwo1nff21mXHJruJ9Di9popKgEOYxzXEC4JPJbzL9uW4yddJk2MUURLqiaNkTbuAcbXcba/BG5E6qfhM0E8Bnjc17HbiNUb2L67HkmELCWC7n+a3sTJVVE7nm2cnnronAhuNrq9AB7rBTYIvMIiifh4L4mOIe4Xc0Ern5Md5bXKmOigH9xF/sCy8VeVZfEa6qftthWHUEbWxBr5qwBth0Vra27bW7V0zjkxTM9S1fTizmDS7v2C3jCs/iha6dz2HqjS1uPEp/wDoVbZAyUOsHDiCL3WfJhM5qnjl430s2siewPYxtiLjQLzcsbjdV2SyzZpjZ+hvwUmZ0TL+Y34Jao2a+JlvNb8EDbNAWlm94Vzcvyrpw6dZZ1bbbNn8JSN5NevR/H+EcXL8kLDx1qr3g+SMuzhSNSoUaQkDbINjsQ/tuf3g+i3w6Z3ttId60iKZiNQ6lhztALiQNVaFjs1Uiqa2UW1zDTwSh0bD/Wh7ZQX0ubJpIUwQpByASyZG2QbrapkgYuTl/wDLRkMRpvVW9w+SRiwyvbCwAi1uIQNiCpcN7Ae5A2d5Q3MCWuCAcZ4yNHjfxQYjSCRYg9xSAzBqnAq8b9LH7H1Sy6E7Z+qjbKS14BBGoK5eX5OjDpFhpmQ+be3K+ijaxykZEg5IyhIHBAPG9Mj2pg5vrNP7avj+SM/ivnb11udAqvSO7wpoST63/wCU35J3sTpIHoJfYTn2Bh6uPZ+ir6JHwRjHUckrB946QsLuVlnw9Wr5e9CYtiIwqgkqGwvlLSGRsbve9xsAPFb1GM36Y41WIV2Ltgqi2Np1lDbHLzAP1U7O469q7Gq2ppJ3MDmMZua1tzcc+9RllIrGbYjEsRiqKtz6iUEN3RkF1u8KfVVZY0+y1aTPFSNrGQwSODmjpMrSOzv3JyXqHLMZvT0XEagSytLdLN1F1vIwV7n33K5C2E46KiAleGDM7wCkNTQw+T4fBGfODbu7zqVz5X2uG1dVHSuja9wDpDZoJ3qsMd2Jt9KrAoBPimL4mT6WVtNG4/ojGp7i4lb5+qV60dPKaiLp2uLY5R1Xccm4W7SNfFXuT0zvtSVr2NOUCzRuYPqkFY5xzXJ1O8BLRrDDqljc8csjWMtmDnGwCw5uLyu2mGevVTZh0cmS4NwDcLi5MfGt8buGKFGvCVEZcelm94Vz8vydWHRVkts9mvV6b2XL0fxvhHFzfJEoPPqh/mD5J5T2cITqVnVGpAl0GyOJNtjc/ttPyW+HTO9thC4aFaSosRsbIdSgA73afBXjUWLLZCIsiEZsDcn5I+xek7DWF1aGjeXn6oE6XJY5uhCE6NseN0wRAJognIBCEAnFUFfi/mn3aMhiNL6q3uHyUmJEPuWdyAUhBEQZCEE4BAGY97dz3fFOCoeKSOkewvNzlsln0ePaon9J4Lk5fk6cOglmsiDIUg5IyhAOCAeN6CECYKB+Jp/bVcfyRn8V+7euxzq+rHXd4KaEn/FD3TfknexOkhvoJfZVfsDD0DfZ+if0SNgEzck8RIuH5wO/esuG9xpyT7PxqilrqeNsUoY6OZknZYHVbZdIwuqocZiFG1zomgAau0XLyWy7dnHjLjpVYjTfxjDJx0boqiKLPG9rvPtvC1+U2ws8ctPJ5aKSrzvL3Nlha52d4sD3jkono6qp8Zcx7KeC7WxgNu4efzsria9A2F2llfeiqZXvZYdGHuvb2Ty7Frhl70jLH9PQibLoZBvc1ou85R80DbsOpDX4kC7zGdYjhYcFGd1DjVuN1zqivxCON1XBNILmGN7mabiRa/wut+LHftnndTQM8TYMGOGUcjY5p2OZHmdqQT13DwJPwW2M/t5XqJyupr7QcQqmsJjp2jo2DK0ncANAphdKCeVxJt1nE6uKZopHbcoBSAYyHAEEWsUrNhdB7JOiew3HRNFuVtF53PNZOrj+JyxUa9KnGYHpZveFc/L866sOi21WSq2WzQ/D0vc5ej+N8HHzfJEovS1fvB9VV7EvoKob0bWua43LwDqjkxkm4MbbTuCxaOQFfiWFw1Moe5rg7ddpsSq3YUh0WHSdAyKKpkiay3G5PiVpMqmxIq8NMrWPidd7QG2fucP6qsM9VNx2vNl4HQyASAXILtD3Lae2VFwvTEWe8P1RROl7J55SoCOqAOVpEmlrTvaEaAbo2k+aAgjehHMo0ZvQ2OjigtK3GG5WgX3xX/dKnOz5vVR3fRIDwwuMEZBGrQgaOMMnBt/FA0YY3jewoIhFjqD8EBwQDm704ETEfPZ3JZdDHtUzek8Fycvbqw6Cus1kQbilQRAKEjOCCPCAIEwX/EQe2r4/kjP4r5x1XW50GqHX+CmhJPrQ9y35Kr2J0O30EvslP9gcert9lP6L7ZemLmVEz43uzX3A7lxXym/F03Xra9bUSGBjpdQ2znOvYjt7V0455eP9mcxly1GWxmvL2hsdQ2UPcc0bmZXN5d65+fPXTt4eO/ag8rq48Sikgm6p6r4ydHt/r/8AC14OSZTUYc/Fcbti8YqaiCSogMeaFzz12vu5w4XTs9s48/xsGPEGCO7BlBDQfNVRNbjYiKWbGKQWuNJHHsC0wm8k5X09hnmc1rsgAdvF11yfthQcrpAHPJLrceaL6JcYBpUSn/L+q5+XtpiuydVj9qUeN1cDYA6bpo57HozG25aL8f6L0fx8L05eXKaLXCKenwyptnljjMjCNNHtAJ+Ci2zyxn2etyVVVdTG0ESa/wAvFLSlPJK6R1mi3cjSbTRYHLy3oPZXPjAs54AQEqiqWdLYPBadCQdy5vyOHym5214+TV0slwOgjkqcZcemn94Vz8vydOHRyyW2ezQ/BUjuN3hel+N/xuLm+aHR6TVfvB9U72c6odX6JvvAny/EsO3LBq5AFlZdaEVjbBBDW0CYWeB+tt9g/NdODnpuGC+IM9t31QJ0vZfOulSBGrgiAY71pCImRqDcgEPFAVWMiwaecX1KmiFm9Vb3JD7Tab1aL2QgxUAnEJwhb6IB2VjmG7WnvCVMNkMZ3sCIVisxiNrJI8osCz6ovQxntRz+k8Fycvbpw6CWayWQZEqHIBRvSBwQBBvQDwgO/v4PaV8fyTn8Vu4a6Eru040SpLg2+bXtSsLdg7J/vGucLnowNEr2qX+qUyojdDILkEtIAIT+qN+x45Q6FosQcvFOGx+HV00tRWNeQWxzua2wsbLlwmm2S5xAVD8OhNMC+xBc22hFtx5DhdXyy3H0v8a4zK+So2lEJkjljjs/oxYka2tu8Fy/k2enofjY3x3WUe+QTRmPRwNws+PPxy2rm45nNM/tLhBbVvqYyTHYyFo3DiQvQ3v28vr08tmqBVVrnkFvW0B4aqtI+3r32VTvmkrIRC0x5QGy5dQQd1+Wq24Web0yopWxtZb8zNe3Vb7Z6R8oARRFxs8A2olfwFh9Vz8l9rnRcTqzDW0jukc2mdLZ7mg204FbcPFPG2z2z5M7ua6UuISiaSWFhDgXEh53AXXTjfHWVY2b3Ia+qm6CKJxGaOMR5mjQ200WOVlytjSTUkqrkDWuOZxLviUaIx5bDHewDjuHLtTJWtxCmD8r3OLnC4AG8dhT8RsrnQvF+hk/1GyPZa2kQRwxvjcBYutbXRTlbqqxjRWtovFd5ruCYjMj08/vCubl+VdOHRVkptNmvUaT2nr0vxv+Nx8vzQqP1mr94PqqvZzqhVfome8COX4lh2dwWDU1ASyLhapI0IAhGiCWWDEMqA5xs1sbiTyF104dMMi4OM9axwGl3O8P+igfS7lCKQA84d6IBirhU2yZOQbkA1AVWMt81198I08SponZZfVm9yQTqb1WL2QgxCgEO9MhRuQCeKDOYlArMb9JF7H1RehO1BP6TwXJy9ujj6CWayINyQIgFCRnBAECCPamCn08HtKuP5Iz+K6dFfcV27cukKqYbEAi6NlcT+jfHI0FtyYwbDuSvZyehMjxe7CPBV9JnqrA+gi8EfS2Hwgfi63/AMS5c+LatDA+Z9I6Nga89H1Wu0HxW2U/qjhsnLN1WCF0mGSR1BDpY3E9jQRuHMf1XBnJcdPVl1lv6ZmeERl8oGjQueRvWGxzFzU1UjKmsEMRHR9C38w7TvJXocd3I8zm9ZemXrMKPlojbqRq0AWIHBbyMLXuf2f4JXYXsxG6shcySR/SNbl/Kd39Vth6Y5XdaevIEUJ45SDz3rTFNVhcDuVFFzhMjaaidKXAFzyT2cFhry5NKt1No+OCV8LJoJQWM6rmDTU7iuvj9b2wzU77QQOhIJe7zieam5W05JIA50kkTRutvKQAcGQtJ3neSU9jSnxmWeligqJW5aaV4Y9/6b6NvyF7KsZ62kBsTHsIt1Qdw/KeYTE9nxSkOMLWPe79AbcO7juCWhtJgpKgtidLYCO9m31PfwRZBGippOkga4nW1j4LyObDwzsd2F8sdiOWK4zH9/P7wrn5fk6cOnOuslNrs0c2H0em57wvT/Hv9I4uX5odJ61We2Pqnl8lQGr9C33gRy/EsOzlg1IgJoC1STigFO5APIc6BrWk66G3EXXRiwva3w8Mpo3Fw67xbTgE/GpuUTX1THncQnqluGGZm+6Uxo8of5THzVdFt3Ts5p7BRMw8UGUPCA7TmB3phVY0RlABBtDw7ypojpfVm9yQT6X1WL2UzEKQcd4TIRAIgHMShqzGvSRex9UZdCdqCo9IO5cnL234+gbrNoRBuSDkBwSM8IB4QQjUwX+/g9tXx/JGfxXxXW50Kq88+CCSP8Sz3Tfki9nOkyTzZR/lqiIfV4/BH0GVp8OkpZJ5I3tcZZS8Ai1iubD9N8utr6KBlNRuc0dZke9dH/VhPWW4ijCelZJJG8i9rtO7ULny4fuO3D8nfqxWVuzolb0Zl6OM6G2rnHs/qon4+77Xl+Vqaill2RwqizPp6SIyE9d8jczz4m/7WXTjhJ6jkyzuXur7BMNpWU8Z6CJz2l1pHNDnDxXRqaYWteSejt2KQoa70rnDXVa4lVU8Oc6wFydABzVJTZwaOmFMXGOeSO7X8Ab6hLjwky8yzyuvFTyPbT5DNNPPM03yNHVae/itu2fQMtXPO8uy5b81Pjo97MN/Oe8qTBdkqBbM+NljZ7fOvzF1jyc047GmHHcljhcpxShdBXMhkqIn9DUZW2bID5r8vAObY8r3XVuWTKdVlqy2KqXBYqCqmbGHljnm+d1wLcB2WTSRz44mjrBovYAD6KarZJ56mGzoaIzAnrfeAEeHFLYPpKuRkxeHAxOOrbWt2EHcVjzcM5Mf9r487jVySHAEHQ6heXZZ6rtl/TNf4moH+YVy8vydOHTjvWS2z2Z9QpPePXpfjfBxc3yqHSet1ntj6qsvkf0FV+hb7xvzRyfEsOzlg1JdATgFql1kE4hAWOEsa+cBzQRlJsV0YsMl1JDE1osxo0TtKR0kEYBswBFGgCxoO4Jbo0c2KMtvl1VzoqXomck9E7o2ckGXI3kgEsL9iYVOMtDQCOMP1KmiHSerN7vokafS+qxeymBSgEvqEEIgEuBvQD2JQ1XjfpIvY+qMuinbO1LrSC/JcnL26ePoDOFltbs4Rs3ZhzRsOzJAoclszw5GweHC6exoVrgjZFv9/B7f0WmHyTn8V+V1uZBriQCQLnTRBDh5M7TlN+ibp4IvYnSW6QOjecpvlsbphzC58DOrZoG88dEGq7Xe0dt1z4e8q1z6ixkyMopHTyCKLozme7TKOa6Z17YyW30i4fWtqKQVYY+OGQ/h2PHWcwfnI5ngOSjH+3tpnPH1OxnRzTcTEDv4vcPotGanrIoGSFjBndY35BHo3YS8w1BiHmyHTsKuVNjVO0iHNCVJiYEbG24kkrTAVHbEyjw6SrmdllLfuha5HLxVSbqL0roKp9Qekku+UmzCd4HErTKanpGNJUzkAxggm/Wdf9gs1oU8h6tibHggIsv3jgL6cVnycs45/tWOFyvo91jkaODbfuvOytys265PGLyGigpqakxI3bNHGGPyn0jLk5SOJB1HeV6/FLjh/G4M7LfNjK/FJa/aR1K2ZhyQNmeAbtD3O3W7BYd66rhrFh57ulsKSKKpqIQ3rPsWOJuedlhWkFjF2DTwWTWGPjZdxtqQga9jUcrgOidvGoXH+Tx/9434cvqqZ3rVT7wryuXt34dOKyU2ezRtQ0nvHr0vxvg4+b5VCo/XK32x8yqy+R/QVZ6FvvGpcvxLDs7gsWrkBO1WqShBOPDvQFjg/rA9grpx6YVdy/IBLIHu3FMkU70gcw6EdqvEFVE5AcgEO9AVWNejZ7k/MqKcI/1VvcPkgLCkF6aPX8qYHLDzSBvRm4ThCllt5QA8wDrAE9vBAPYlDVeNnrRH+Q/NGQnbNVTZJqi0YaA0AG5XLyY3KtsMpJ7B8lnvbOwfFR/Hf2vzhfJp/wBcf7pfx39n5x3k02/NH+6X8eX7HnCdBP8Arj/dH8eX7Pzjugn/AFx/ul/Hl+x5woimH5mfuj+PI/PE8RTfqZ+6P48v2POCNZNzajwy/ZecGjZIHsc/XK6+gWmGNxu6nK7ml7HKJmZ2ggXtYrpl3HPZpFrTa54WCZJFx07Dzhb8kXs50kNP3Uo/lKr6IVp/Dt9lOdAGlpMgEsjSXnzWcVlxcevdVnnvUBqMOfiLh5cA6NrriAG7ByzfqP7d61uO+xM/Gf1SC1sbwyIAyO0zH/rQKkAMkM5e9rj0DdC7cZCPoo7PpUtYTKTbUk+CnazJSKSeN/IghaY1NawkOY2246qkKmvjdU1ccbR1W9ZxPALTH0ms9jeImetfDC3MA7KNde4Bb4zUY5XforKeWnjIY7797RE11tGby5ym5bOY6RJw2lHR6ufbQf1SNFfI9725jvIaLbrrLkzmE9rxxuXQf94QvNzyuWVtduOMk1DweuzuHzRPlCvVWUFa6ox84c8fdUtEyRvLNck/T4L3bjrHy/debvdkRZ6eKR2eSJjnk6ktF/is909boPk7XP6mZuXc4OIsls9JLRY663UVZj22PyQAr5Xhw3hLLHymqJdXaucPxVRpvff9l4P5GNxz1XqcWW8dk4rBq2WzfqNJ7169L8b4OLm+aHR6Vtb7Y+ZVZfI/oKs9A33g+aOT4lh2dwWDVyAnrVDkAh3ICywj1kewV04Mau5N7uwgJUj3b/BMkU7/ABSMsfnEKsSpysnIDkA070BWYz6NnuT8ypohH+qt7h8kjWND6tH7KZJCRuO8JwHyXyoJDDwyVmYXubKpNot1UliiNFVje6L2D80ZFGfHrD/BZfbRHxOWSGjlkieWPFrOHDVZ8l9emnHN1RnEqy5/FP8AiFhM8nR4Y/o04jV//un/ABR5UeOP6N/iFYd1TL8UeVLxx/RDXVx3Tz+AKN0/HH9O8qxE7pKk+B/olujWJwkxR251WfAo/sNYnCPFnbhV+LiEayG8BG0WLu/LUeMn/wAo1mN4Nhs/FPDhDGVGbpc7icxufiuvhlmGq5ebVz3Bq2+vcFoySf7+P3Lfki9idJDT93N7BVfQSqRoMTC7cG3snOhRb2b0jvOduHIJkiGUzTCNm6+/mUwSqyzSeTtOVg89w35ePx3JGiVcv3XRxjK3gBwCVpxXxtL5GhpvdQpV4pWMfWdE1wtGLXv4KoS/btFhtFhcEtXVxseYx1L3dp2K7lJSx48sumXrNsK91a/yagLqCRtsxs2S/wCocx2LPD8iTP8At02z/Fvh/XtApK9kNYXuhc+243tbtA4rXk/Lxt1j7jHD8PLX9rqrhmIxTlxjla4Rnrt4t46haYZzPHeKOTDLjy1nAKOilr3vncS2NziS7iewLPl5ph6nZcfHcvf0kY3Cyniw+NjQ1oedFyZW3GXLttJJdRTE2lKxvbadCMN54v8AT81Uv9p/9JvVPdJ5PtvlGnTUD295a4r6C++Kf+vK/wD2bHc7M0Fc9bR0fnHtCkxOfYgBu6wSNHN0EBUs0zAajQrzvz+Lcmf6dn4uercEUryna2mzI/AUnvXr0vxvg4+b5VCpdK6s9sfMp5fJQVZ6Ftv+Y1HL8U4dnDcsWrkBPWqHIDjuQFjhGtU0fyldODGrt+of7SRHHh3JhHdo4pA1ptL4J49lRFoTkByAaUBWYz6NnuXfMqchCP8AVGdw+SRrehjZ5DC4g6tTArmgc/igAvPWFkEJvtdALkbbzR8EboNYUoaqxsei9g/NGRRnJJo4ah3SODbgEXWOWUl9tpjbA5KumcSHOa5p4Wus7njVTG7MNVSDzYm+EYU+eP6V45U3y6HhC7/Yl/JP0fhf2417eELv2S/kn6Hhf27y5x3Qu+KX8n+j/j/27yyU/wB18XI/lv6H8f8AsQTzn8rR8Uv5Kf8AHDw+Y/p+CPOjwgsbpBJEHEEOdY6divDK2+0ZSSemiZG2NgawWHJdcmnPUOt4+CCHI++jH+S35J3sTodl+jm9gp/QS2XZEWDe2E/Gyr6L7R6qdxbGwE6MGa3OyAfFE6miMh893VYO/imDjGLFt9N7jzKArqzqOd/Nu7AoyVFVX17MIwietccr7FsXf2KVV4xj+LPo6elommBjq19nmZxb1L9Zz38LnTRPY1ImYLhWI4bWCqxaCU0kdMxtHCyUSMed4b22B4rPltk9On8bGXL3WwZVNcwwy9ZzAA4NP5zuHguTbu1v0iutU+Utoo31L4CGOEdjZ9gbHlvutuPjyy9yObl5MMf62rvDNmI3Ym6oFVI3pIwJ4zqHEcWngu65Tiwkxjzbvly8smsEbImNjY0Na0WAHBcWXu7reeoptpN9B7ZVZfGJnahcfvSsb21nQsIz1lOz9Tmj91WM3lInL1jXY/Tvi2kwrEGEjLM6nf2teDb9wvfxu8LHl5T+0qRazjyJWFawVjbaqTLxKDNI0uEgA4ak8EEC8Z2uHMLPmw88LGnHl45SoBK+detW02Y/s+l969el+N8HDz/KolP6/W+0PmVWXyX9A1h+5Z7xqXL8U4dnX0WM6ak0QFgtUOQHHcgLLBx+MZ3FdOPTHJcnVjj/ADKSP3gX5KgA/wA5Igt0zO0JTs/qjLVJEwW6AY5BK3GPRM9y75lTThHa0bD2D5JGtcPfehjbyCYGeSggHnUIAoKAcTogAac0QVAxr+449UpU4zVfGHytJF7NXJzT26OPpFEI5BYtNu6IDgjRlyDkgbdkHJIyhg5JA9rAnBsVrUFsZrexUDiPvYPb+ivD5Iy6aFdjmQq4XDh3JUhyPv4/ct+Sd7OdDMBLZQNSW6Jwk5gcXSi3Wy2t2kKiVlJUABs8zR082rWchzQek1gdLWPLjfoxp2EpkJLaJjiRoNUgpJnPqZ+82Ci3a+o+fPtO2ur8V2rrMMjlfBh9C40zIWutntqXu7SfgE4V/SuwPA8a22lqmwZqiehpQ5z3G7ntBs2Mc3b7dyfiNt5s3j/8PoqJ+12HCtwuCbIzEo816OUDKY6iLgRzI7dU9fs8cssd+NbjFMHwkmKqo2M6Oa0rTA/qOBHnC2mo4p/w4W70qfk8sx1slLS09M0iCCKIPcXuEbA3M47yeZW0kk1HPbb7q0wzSqcP5PqFhz/FeHaxd5y5K3UO1JIjoiN+Y2+CefxhY9qKxLrlYXtqmYdGHYtSd4Pwut+H3yYxlyfCpeMEPmp2AXvUtdryaCSfl8V7MvquDSMHa6hZbUI17OdzySM+9ybckjJGcwHaEBGkO8IIMamwQaDK3LK4dq8D8jDw5LHq8WXlhK2ezA/4fS+9euz8b4OXm+VQqc/8RrR/MPmU8vkv6BrPQs961Ll+KcOz1j9NXXQE4FapKgiFAWeDeus9ly6MemOXa5Hoz7SB+jibtaggpN6KQD9HsPal9nOhiVqgiYcgzSdSgqrsX9DH7p3zKnI4T/BM7gkadRPLaaMgcEwkGe/5f3QAZJbWOW/igjm1HWymMg25oDjUdYDLv03oA7Wi+5EGlZjW+H2Sll0cZ6qHXHsrl5u3Rx9I+VZNDbJByQdZBlSM4IAoTIRqZHkfew+39FeHyRl0vyRyXa5kSrcLm4UZWTuqmGWXUcauHpWOudIw06cVN5cbWk4M9LCge2RskwY/I0aEttfuWmN2zyxuKWSI2OcDcaG/YrQzcraiLGpnG7mseHR8btOoSX9LyifeOaYgi7gbHuTQHiNQBF0bNS7U9gU2qkV8ZZTxy1MpsyJjnuJ4AC6UO9vkTEK44rjdbXm/4mofLryLiR+ycKvoj7IsCGE7JRVL2gVGIu8of2NtZg8Br4rWdIvbe/wjD2TYhUCjiMuIhorC4ZhOGtyjMDobBGgwDMFqtmcYkwyijlfs7Ow1EGd1/I5c3WiaTqWneOSqC9Ldm4K0pVLO2nnLnXsW2071hz/Fph2kOxOAOtZ1+5cljXaq2inZLDQSA2BebX7kZ/GFj2ojIOkPWHxWF7bRZ4EQ/GYRmBIDjoexb/jf8sZc/wAB8Vk//UMEAjJZHTPkkdfcXOAaP2K9f/ptwb/toBrGkm41WahA1oG5FMkjgxhPCyUMsQytF7i4QSK4Ek370ArG67kBDrG2e13NeV/+Qw/tMnf+Ll/XTW7Lm+HUh/zXqvxv+NHN8qhwf2lWd7fmU8vkudBVnome8alyfFOHZVi1cgJ47lqkqCIUBZ4P6432XLox6Y3tcj0J9pKdD9F/I1P6IyTegkaX8p7UqcGG5azpNcmTkAx28oFQMV1p4/dP+am9HDP8DH7ISNMpPVY+5MC3SAcnBVCp8rA55c3UgXCKA2su9rj1tR4JBPaiGrMb3w+yUsuhO2dqfPb7K5eXtvx9AHvWTU1IOKQddI3BIzgnAK1OJGaFQEYwvqKdo3mS37FVh8k5dLKefNdkJAbl1lcbC/Z2royyvUGHFJ7qHJJTU0Qc8mV+4Fx+QWNsk23kyyuopqmslB0kN3cG8Fhc66ceOJMO0WIwR5emD2gWAe0HTkrnPnIxy/Gwyu9EbtdWtbkdHA5trasO74qp+Vki/h4GybTzy2DoohbdYEFK/l5fo5+Hh/sWk2yipAY6uncWvt97CLkd44+CvD8uf90cn4X3hVhDjGFVbiY8QgudbPfkPwdZbzkxy6rly4s8fVin+0DFG4fsLiBppWOkrGto4nMcHXdKcptbk3MVozk+3zXV4Wyixx+FxSufaRkGdzbEF1gfhdEKvq/A6ZtHRU9Iw3ZBG2IHmGi1/wBltpC8d5pQGZx/fFbmqgQGeaCqJMomh1Y0G2vNY8vS8RaljW1D7AXB7Fy5ZarXGeldijYjHSiaxsSlbNexJ7VtqHMfumfBZXTT2sMFFM3E2GKNoeGO3dy3/G1eSMub1gHiJaMfb+p9Kcw7n6fVetr/ABf/AG4N/wCSI5JDtPgsWogcSkDJAXuA4cUCijTuQApG2NxxQHHqgICDWDNDm/Sbrj/Ow8uLf6dP42Ws9NVssP8AhtH716x/G+C+f51Dg/tKt72/Moy+awa0/dM941Ll+KcO6csWpLoCwWqCoDjuQFjhJtVj2XLox6ZXtdD0X+opTor9FPmNTI1+rboJFm8y/IhLLo4K09ULTHpN7cmTkGG46lNKFimtNF7t/wA1N6OGN9Qj9kJKTKT1WPuTAqQMfwVQhGC4F+SKAWSDpco3ZrApBPbvRDVmN/3PslLLoRnak9ZvcuXm7b8fSPdZNSJAhSDkG5SZ4TAjTqnCGaVRCTdLHHGIWgzP3OOmUHQeJ1XTxcNs8r6R/LjjlrW7D6uSLyAMa5t4S7LI7c4NsMx73EqM7Lj6dPHMplu/ev8A/WYrsTEDHOnmOjbudv0HcuXdyvp0WY4TdebYptxjLcSldR04bSAZWCpgdmP82lrdy6sfx5r+zjz/AC8vL+vQcf2k4qxuWajonn+VzmE/NTfxp+xPzL9xIi+0dx0mws25xzg/MBTfxb9Vc/Mn6SG/aDSHz6Oqb4NP1Uf/ABs1T8vBz9v6AiwpqgdpYl/8bNX/AMrBT4rtHBiMbgwhrBoQ7Qm/ABa8fBZd5MuX8mXH+qDsqZcS28o2TPJgpWmXINGgMabWbu4rrcNu77SNiqKPaL7RxJUPBiZLLWBp3yZTcNHjY9wV4lk+kcLvkF733laM1udxQGZx09VluD7FVBO1fF5iYMrvVXG9t2viseb4VfH8orxTPdr00evORcO3ToKoj6AMMj2uzbsrs1k6UgHSRcv/AEqdw9VO2ZqWv2lZE1nV6CR17WO5b/j3/JGXN8RK6bpdrp2ZdI6bKO/Qr2rjr8ff+3mb/wA8n+nWJ38VyugrbpAjjqgCBBueLt7kAC93IIOSITRSRH84LfiErJZZTxurKuNg3ufs5hweSXslkY6++4NiuLjx8Zp0Z3dtNh0xOt72/MrPP5tvoKs9Gz3gS5finDunXWM6am37EBYALVJQByQHHcglhhR/FN9ly3nTK9rwei/1FOdFSu8wII0+agqjTC8blN6OdnR+YFpj0V7OVE5ABebEoJDxLWlh9h6V6OGt/s+P2QkaVRn8MxMDcUgZJuCqFSNnYDk1JA+qLCQ34rTdJ929hc1+QjXffsQFsJHX4JSGr8ZN2QnsKMuhGeqPPHcuTm7dPH0AVk0IkCFIESM5oLiAASTuA1KNX6CS2hqzupZv9hVzDL9Fc8f2IKGqB1p3hV/Fn+k+eP7HZh9WW+hIvzcB9U5w5/ov5Mf2jY1C6r2gwzDGOysaPKJLPy3LW6a9mi7LL4zGMMbrLydjuDVrsL8lw50c+Ytb6QNIaLnUnS1zdYZ8N1qOzj/Jx3vNLiwXB6LCoG4pRioqGdd8jWE9Y8ARa4G5a8fHMMdObl5by5W7VU+EYViYl8goWwtYLkmd+a3Y3UK9MkR2w2F1kWdweb7y1rJB8CAU5jC2z2MfZ7hlNI3K2nfG8Xzugy27OqUrhqnFDUfZ/S9ZzGQ2tcdHUPbf4go0amrdjG0lHNVSGoihitcmVjt5toLXKNBm6rD6XonllfmIGjXRan90tBCxKOTDqxtRQ1ZkbkAEjOqRpuIRfYnrpXU7Kmevo4KRz21EjwyMsJacxNhqiFX1/s7TOo6GnpHSySuhjbG58ji5zyBqSTqdea31pC9N7O7UvQ9svjpIcxtrC9+9VKUQofNTMcUra1zKdxIa82uFlyzeNisbq7Dl2eY2VzWvcQDvIXBcdOiZekaqwbycMyuLs2/TcncdCZI4oH8lNlVtOwajMGKtmyjN0bm3Pat/xp/kjLmv9FGKou2uqWn800kRPPTRe9lP8MjyJnvmqw3WK4nW4mxSNwGZyQFDeSDc8dQlBIpOW/NALE1znAnQDVAXOysZhmliB+7NQZGjkXDVc2WOsm29xHi/tSt/0/Mrmz+bo+gaz0UfvR9UuX4lx9066xnTVyAn3WqTgUBxKCTsMP4pn+pbzpje18PQ+JTnQvZXeYEEaTcIKgSj7t3clejgcTxkFzwVYX0VOMrBvKsgn1TAdI5D22U26NHMsjzcFrewxH+qWy0ZWXNDASbnLJwtxT+hCR/2dH7AQZkFS2MhpeBbgkaYyoaRoCfBMji8utpbvThAxgl7XSDMcpvbjqqJGjoKewyx5Mr7gDvSo0uW2Sh1Bxn0cHcUZCds7Uec3uXJzdunj6AWTQhUg0oBzGue4NaLucbAcylrfo96bPDqSKhgMcYHSNsJJeLjbXwXoceExmnJnlcqiz1BEbS93Xc4gdyu0tIxlLhZ3PglsaPbMQbE9VMBVFGw4s6sOjxEImkON7aXvw4BFpQQl4FhIR4JeQ0HacN6s37WR5H25rpGvD3NZnbuezQnvVeULSsq3V0U8klLE3o3nzA4JbGmX2j26p8Lilpq/rVRZboQGvcDwJ4N8VWxp5tPtdjuLSEYTStpIT1czN3+93VHcFNp7VdTQVcvSPxPG2mRh60eZ0h+gU7GgnUGEMflOIVLrNvdsLRbs3o3T0Y/DsM6GJ4xKZhkJFjAHltuJAN7I2NGjApnjpKSspKrKbCz+jf4B39UTItNTgn2mbU7Js8gqIm1Aboxtexxewcg4EFw7yVXnS1PttK77YKkbP4fW0EuHS1UhLKqB0T7xOtfdm3du4qP5c1+GLNVf2n47XEOMOH3bwELh/7k/wCbIeEAj+0vHI99NQac43f/AOk/5sh4RoNlvtHq6/aXDqOupaSKGaZrDLEXXaTu3nml/Lb6K4SPWpNZnX5rLLtU6RK1oIidxunSiDk1ULHpWhlSCSdx3Lbg/wCSM+X4sKc0W0zZTfK+YPB8bH6L6DOb4p/48brl3/topmFrfFec7zSy6kygW0SB4QbnakDgUEi5CX5ePE8ggDAANsEBYYBMIsTax353Cyy5P2vH9BRf2pW97fmVw5fN1z3AKzWOIf5g+qOT4lh2csWpLoNYLRByYIdyCTsN0q2f6vkt50xva9DgIf8AUUToXtxf1NyZGZjZARpiSxwudyVE7QqZ33Y14JcR5jkrZGym1goyMM7ypBlX6jB3SfNX9EbFrhsfsBBo0dhJe2uiRprHFBC3NkA2Sj6VmUuOW5420PDuT2SSyNrAABuQEpo1TgquxrzYfFGXRztnKm2ZvcuTm7dHH0AVk0NJUghKRrLAoulxISuF2wNMmvPcP3W3Bj5Zs+W6xaOieDJI0/mcL37iu2OZTz5nN6P88ZOW/HsU1SH5awaPBbbebIgsObUNkLQw3ucvxVFpaTOvK/vKV7ECzKQQuQAZZco1IHinA8n2w+0WeoqThGzhe+R5yOqYhdzzyj7Obvpqn/6NsM2jpaFrKrEJG1UzpCHxXuAePHrntNh3pbONBh2zO0e0ULQWigoC/PG+oHXtwytHD4BIVqqL7L8HYS/EJ6uvlcczi+TICe4a/ugLhmwmzTW5Rg9O4Ea5sxJ8boDF/aPsvhuEYdhz8KpIaaepqWUzS3MSb3JJud25VPfomS/gzqiKSsoWyvpmzPZA21y5gdbMTy0JSyur/ow4sSqBTOiqYm1sDnBmWVt2g8DfmfilLsWG1WDRTNkqcDldO2MXkp75nsHHKfzDs396P/Rr9K6mlMlgx1n8r7+7+im46OXaW0m4LxfvUqTmNfGGyQm0kbhIwjeCNR+6QfSGHVYxPDqXEGOu2phZL4kAn97oKU6sBtGqpRDNyVC3Z+ga6T9LHH9lt+PP8sZ8t/pWPqGF1VTvy3y317dD9F7/AP1ryL3toKh+cHSxvuXnV2hjVI3JA5o4k6IBrzci3NBmO6pzEWugiNNxpco67Of6SqamniljqyMrWv053WWeeNmo0xxuywG+IVjjvOX6rhy+bpnQNWepF7wfVHJ8Sw7p11i1Ig1iFokt0ycdxQE3Dz+KZ4/JbTpje1231f8A1lPHosnDVhCCIfMJTALh1SSlTQIbDqjhcJcd9nn0PqdwWzMp3BRkZh4qQHV+o0//AJnzC0+iNg1wyP2AkaPF5wSNMaUyFvogDtPVCCOG9ASG704Krsb8yLxRl0J2zlUdW9y5Obt08fSMSsWhLpA0lI17gmWDDqid17ySBg7gLn9yuv8AHmpaw5r7kTIJrS5gdFvtjr0h178tZI63nEO+KL2qdKHFG1U77UskbMxBNydOztQNsXWYxiL9scGwqKcWmromTyRMIBAdci9+zVVOyteoDE6SaR48pga8OILHStzd9r7ipp+9KHanbCm2XipTJA+pkqHkNjieAQ0b3du8acUtetkvXS2FyHC4uA4WISDy37RtrJ5pxs5hJMk8pEcxj3uJ3Rj6/wD2r6DGMbDhMfkdCfKsWke1jpIhnEhvYsb/ACDUfzHU6BTQ9C2X2HioZBieKhlVibyX2IBZETwA4kc+HBLZtwyPjwSMcMAIQDsoB0QHmn2u1Rp2YXbToWTTN9shsbfm4+CqF9MVDXVjdn6ajZJ0cIh6JoBsA0ayPcfHKO0lZ3K05jIj0hjkc54j/DxDLGx+5zz+Z3cNTy0CUtnuH2DJh+IYRWw0+acAxNnp5I261AcCRbtAB036FaT+02nr0biFO3Fad+KUsPRVDBmnibvcLekaPnzGu9ARqWYVLN9pG7+R7VGU0qXfpYUznZgx27ddSp73sLIX7E4Xr5rHM+DyhC5rrhrDpvVXoRCOYFSpHr3GOgneSABGSStvx/8AlxZ83/HWWe6sxFzY6CE9U3MpFrAi3gvbz5ePinlnXmY8eWfrGL3o3tp2CSxka0B1txK4vKZTyjp1Z6vZjb20UqPBQRTqLWSOIslZTQP68ozcm9Yp+NFsiLPibHi0cZvfe4/RPxLcS8CmfUSVBccwaGgabjqub8rckbfj+7Whc0uoBl3h1wufHptl2qqU3rqv/R9Vnl81/wDUOs9HF70fIpcvxHH3XcFjGhEzWQWiSoJx3ICZQH8SzvPyW8+LK/JeRa0x9sox+JZdkbeyaS2uw67kA0tGRFCAwZXnvKnHtWXQt1szc7cpphneVIDqvUafvk+iv6L7Mp/7Mj9gINGjPXSCUxyALm0QKkMd1QmRwdqEBKB1TgquxrWKH/UjLo52zdT5ze5cnN26OPpHJWLQ1SZpOiQbGmpGQYfFBKzSJubfvc7Ulelx4axkceeW8thsiDXnIL9W9iq0SDiJLnMc1gyZDme42Dbc09CVmZsZpy8sjOdrTq4A2+KWj3VdSQUcm00OLySxlsPWjjYPMcGkA/Epzsr0yWN4VLC+txCegpqiEXku4jNlCWxtlcSrKH+KQxABlFA3KBESBm3uII3dY7+xGWt6ObW0uNVVDS9PTYrjUYsHR3qnFj77rF28I9FtW4eRQ0MuM1jS+etzMiJPWbGTZzx2uNxfgAeaV9nEnZt+JYTM3FaaLD5ZXs6MCqv92OQsRlJHZuS1sbbaj26xlr8tRs/TPbY2dT1ZtftBBsE9DcToftFjExirdn8SpXcSHMe0m2lrW37rpaPcTI/tI2cEvRTvrqaRrM5E1I4AAC51F9UaCdS7ebKVzgIMeoy7eQ8uYQOJ1HBI3nv2oT/x/a3B8FoyLvYHF9wWkOcbOBHDKCfFV1E26jN1bHz1hoKRp6KIiME8bGwv2bzbiSSsbLbqL67JKxkswo4pmspob3LRcut50jradwvyRZ9H7bjarDhU7CYZiVHOYK3C4WSxTFl3NjI627juKOPKb8Rlj62x2IOgpaqgx3C4ZDFWtz5ZNMpA62m4X1Nty1rNTYxTDDK+GrpwBS1Lc7WtNw0/mZ4XuErNzQ6u0umfch17jQi6yavdfs6kzbGU4JvlmlH/AKkRNX+ISANjurt9FELpW33rPa9BVTWVNO+EusHixPZdXx5+GXknLHymitkjjZkjaGsAsABaym57u77qpjqagT3NcXHTVdHDz444+OTHk4rbuKmurm0LmsdGXucLgNcF18euSbjn5N4XVVU+OVbZ4wIo4onmxcRmN+G9azjmmXnRHPq5nWlc8jjc2CWpFbtPbFpYN8VFpwOejdJ5r+jad4snL6KpuB1kNBK6heL53ZhKOJ5EcFz/AJOFy/vG/Bnjj/VsqYtlga3gb7ly43cdGc1Wdpj0WM1cWbNmDeHIXH1WeXvJf0dWebD7wfIqeX4lx9uKxamoNaXWqXIDuCCS6A/iWd5+S3nxZXtoIgOgI3akp4+onLs3cgitIsQgGFwtYkICGWHOSOd0pNU7TiDyWm0EO4KaYZQDan1GD23/AEVfRfYVLrhcXsBA+0Rl+lPgkpKZfkUELwQB2HqBMHg6jRASgdU4VQcaP3EP+pGXQjNVJ6ze5cfN3HTx9IxKxaGl1hcmw5pGjGtgM0cTXZ3veGgN3akDenjjbRbI3k85dJI0E2cdPDSy9Nwote+Wjw9tXF6QOLQOY4pZXUVjN15Xtt9plDSV8uAxwuMDHt6aqidmPaLdl+admoShqftLwB1PHHEK8BotkYywA4CxIRbNG0ezlVHVV75hFmgNA6eOZw84GwHjqVON3vQvpX41SQnZB89WZGU7yH1EsfWe1hde4afO4C2mi58cv8mm1x/pt5/PgWK4JNQisqBQ0uIxdNDK2TO3oyN7mt14gWW7IGKSrxamw2gklLzJJ0UVtwbe1/gD8FX0TT0ODjazaqLDKNxhpIIc8wcDlYGaNb23Fte0qbT01g2NkhxeHDwymkmqIXvJLiGlreDtOPBE/wBFZpHxjY0YbRGpnoJ/JtA59M/pMl+7W3aifsBU2ASUsVjFivQkkhkwfdvOx3gfslMpRcaHPTSTTtjbikcZY7onRysDiWuFspJ1DtdL8CFUDM4FsY6k2hpZajE6aaES9ZrRq7mLE7igLDaKKmpMbjq6UiGV8XRMFgGRRNc64A5u3fFTlTk2h1PSzsbKxjxLU3jjbBq0nc519LHhc9vJR30cQHvpKVgpqeM1MhILyT1HO5ADzgPhfXVTbJ6iu/deqRslkwVlMI2OL4Gxua52UAFtid28X3LmmWst1vr+uo8se4zbC1jHCeQYfWhrHT6uLSbEcuJ3XsvQcqHBFJiGAV9OyKMR07RWQ2N3AjRw7i35JBGwybPTAX1YbeHBZZTVVjfT3X7Nn32VLf01L/3AKg2gxd9hEE876GPas6QrLbXRDLrvS3RqGOlIB1S3TNbJdwB5hacONy5Jj+0cl8cbUTEKONrriVzZCbt0uPFfQTPx9fTyLhb737QqunNQNQ03brYcexTv2rXr2m0bm1VM0P8ASM6rrbwQpymqMbuDGlLRcOI71navQcjcgFus/tGgS8j8dBtgdmu4i51OiX/p69NDhdRlp2EG5DjoV5uP9dyu7L+3tUubkx9zwTeRwv3AEKf+x3oatPVh959Cly/EcZVi0JdGjWYK1S66A4nRFJMw71uL21vh0xyaAg8laCEdiAY7uQA3IAZKAaUAORxbGTxCVCtirXPzAk3CUCSJDLhkLj/zpB8lf0X2Wk/suP2fqg/tDYbTEdgUmlscgDX03oCQx3VGqZHA6oCSBqqhVAxogQQg/wAyMuhGTr6mKnLDI+xI0HErj5ZbZp08d9KefGDqImW7X6/so8P2raunrJJTd73O7DuVakLdRm1L45WvjcRIwhzSOBG5GxpqdkschggrKeuqmxjMJWF7iTyIH7Gy24s5O0Z4b94pG1O1mbZirqKOU09LRNbmlfH1ppD5rG/p0uSVtxZ455dbjLPG4z/bwLCKHB9oKisfjGNOoap0mdgIGV4O85jpe/BO3dLS3H2aUE7b0e0kL77g5jT+4ckNVs8IwduC0UrxWGYxUTo7ZtL6agcN3FE3fVFi+qaGCvwWLDZow+KRkbHtcSA7dobarz8cv77dmWP9NPJKwuhimiqwyuipZ3UtMZJZGvZ1XdQDcGtIzW52Xfr25Q9nxGa4y+aylo3ZSD5pdZt//U4q72Uek/ZTRSzQYljL5byVVQYQ4x3zNYN47Nf2Wd7VOmgZU+UfaeIAQ+anw+QFrhZlrNvrvvdycTk1bJZoqcOczqgfrHzROjqsdWxMlBc0uHnWva3isccf7bXb60+e8QqnVG0tTUTyvjdW6TRVDCPO3a82kNI4i2i3Z7jbbOFkElXNA0B0+WaeMsGhtcvF9dNRpvtdMkTG6E4jiEEspmijyE2ay4Yy5NydzBbiVnnjurmWkaokvSupI2SvDg0MbC3K2JltAXEXLiN+nE7ktaOKdrqrpGQ09A2EO0ysaS495JuVP+pBp6tQi9LTucLEsaSHLhyl37dUsecjoYNltqSC+UNrDaOaxaLneADu04ler04v9qbZqdpxmkkmie8TF0Tuj0BzdUCw4diQ6VmHMNNW1VK78hLfFrrLPNeL3f7MSXbN1J//ACvh1As4bR4uHkxgAnuCM56GKsLX/od8Flppsw5r7tUtHsxwNtUg6FjnTNFt5XT+JP8ANGP5H/HSYgL1eg0AA8F629uC9oj2uhc0O1a4XBVa9FTIqiOjqWzu0Y4gP/r4J2bx9p3q7i9qCOh03Hdbisb01ivLNdH2UGbKC1lg4lxQE/BZfv8AoDqTqCf3XPzYTfk248vpWYxUGGtlmjOVzQSD2hcl+TqnxZx2N17y0uqXHKbgFo/oquMvaZdHHaCu/wCcP9gU/wAeKvKk/j9f/wA9v+wJ/wAeI8q9DsoU5AcToihMw8/ioj/Ot8OmGXbQElUghJ5IAZL+X7oBji88D8UAw50bMlno2QM7XGN2hvbglQzRqKtjiGYGXDm57hc/FVjoqtqCWabBGOno/JHCoeOjzE6aaqrPQn0PSH/hbPZ+qRoscbnSEgaKaaU1j+SQFs/LuCAOwOyjQJkQ1McThchxHBuqAjz4s83Edm38Sn5aPW1ZPO+UkucT3m6zuSpIzG0j8r6bud8wozXgoMzzuHidAoW5sZkOl392jfiptNIZRX84m3IaBLZ6SWQNYLNba3ABTQsdrMApKnZKlwao6VtRLKJbxPykPO+/A8tf0rvx/wAXHpzW+ebG0/2M4VXOka3FK2J4jLm3Yx4JG++5YcfNcrqtMuLXtQM+yOsmxCWnpMTj+6Y6R0kkJaGhvMgrTDk8rrQ5OLwm9t6Y6Og2WpqancQ2NrqaV8jgTna4F5zcRrpfgVtfhuMZ8va9gMFXkdS1EMzA4axPDvkvMxxsvt3ZXcN2v2SpMew5sz8zZqOOWaJkYAa95Z+bmdBqu7GuSvFsEu2DFS1rXHyePqu0Bu9aXtE6esfZhEz/ALEYe4XcXSTOdYcc/wD8LPLtU6RNmIPK/tBq6zP0TTh75g69y5rpi0NN9LG1/grhV6JFStMbXBgFx5zgC493JKdGp8UFPT4XXSVDXCnEEhk6NuZ5GU3sOJWGFvm0yk08ewfpq+OaBs/QdBC0QStiGhyje117WudCe7kumMak7R4jVUtRT0bZxHGyBj2yCHL0l9bh2mZp0v3JWnETDsQnxHDXVFQOldSEQ9KXEgC5cC5otYd172AU5fuHubIyCGR7JXRzSSOdd0kcvRk35h9ideIso1Kr2Woaxr8xqY2DS7WwEnxcNfii+hG7wmXodn6SVtnRRwZukccugvrr3LlmEy5NRvuzHbA1LquLYqSphiphHXzjLTwM6TVp60hcfOJ/Zejbu2xy4zUU1KyamrMNdPLJBKXtfmLbBoJ32Uz3RekapIbtTiBaNOnl+F1GXSp29s+ywu/7O1ZGoNT/AO1ZRWTWYiZLNytJ7iqy6TFcTNbzHfFQ0iOXTZz925Row5HS29E9LRjURkNQC9ha1oJue5dH4vrkY8/wdNGJ76a20K9RwgVTcsbWP3sA18E9jSnnaaqpjiAuMw0U8mfjhb/oY4+WUjRQ9anETgAeF1y/i8vnh43uOjn4/G+U6oJYRwW9jKAvI53QKSnnNNVMlbvab25hTlNyxWN1ULGml8U8rWlw1OgvvC8uyzLVd8u8dslkk4tcP9JWu4gxzXD9X+0o3AS3f/tKA9YBWLQt09hyVJLw/wBai9sLow6Y5dtHoqQ4gJghCAaWpA0tCNAhajQNc3qlGgjdGwnzP3QCVAa3D2ZRYCU/JV9F9odG7/hje4/NFMajbeM+0pMdz44/OcB2DejRASVrRcMZ4u/og0WWpkk3uPdw+CNjSOXE7ypVowlIwZHgNNzZTaJFDjUElY+Do2+bm1cN3goyy/S5NIkeEvOsgLz27vgo1VbiziwVzoOlM0MY/S82NuaucVymyucn0mYZgHldRI2ZxbExubMyxza2sD+6vH8e7/sm836WUOzUVPiET+nDoWuzODxqLa9x3KpwaylL+W2e1HVVLsSxieqAJjj+7iB4c/8ArtU/k57/AKq4MPtMwhjxikRN7ODmm/KxXPxTWca8nxqvpZZInY1IHPAaGNAa4jrFx+gXXw95M/yNaxZRk3lWJGCqdmgdKelc1nWy6XvblYbgrytmGp2wmrfa1GyWGVZ6TBsRMdYNY8smVwP7ELKcmV+bS4zvFb7ObSTvrRgeP/c4iH9GyR4yib+U8A/9jvWln3ES/Tx+lpvJ8XxzD3xOJayVmRuh6kl9PBUUbX7OdoBDsniOHudaooc8jGaC7ZDbvuHaJWf2h/TWbPUbaXbXEacMa19Lg9LGXk6jMS4jX/7R9E1zHOdCAyQmw1da4ROhVd0chluLnrWGbQlZyaq7dxjKqeOXD9pahsETnfxBlOLtuHmwN/j8ltjN7Z0XaTZfD8Shw2CshDpmxxxRujJDhuu3ThvSvdMV+DUGBOOFU0PRURZmY8Ekh99bu/65Il9apXv0842h2fdQ15F2vjf1mPadfgd47Rr4rO4rmSqdPXUVgXPsNBmGZp7LEadyj3Kr1Wzx6vNHsbh2GSOEVRikTYI2wNF25t5y8tbeKXBjvK536VnfHHUZ7aqllq67CdmKCWGaShhZT5GnIXPtq4D/AHHRdGvWoyvqe0VlHWxbR0VFMGGaMh2RzrjLz+HBKTQt2oonGqxqsnabjM9/xcpzVPk90+yYOOzVW226quPFoUYjLtsqtjyBYKrClQ3MlO5oUaPaL0c/SPGTRTq7XuGSsnGUBg1Ssolh8UUrnlrm2BadV0fiz+7Hnv8AVzQGua2y9JxqrFajNKWjholTR8Ohc6pzhty0Ern/AC7ri1+2vBP8m1q4T29H4hebhllhlMo7MpMpot+kYTuduIXryzLGZRwWeN1UV9wkAXjs14pBznuNHM1jbuAvZcX5HHq+UdfBlueNVBNR/wAglYabejD0/wDyCjQ9G2nP+HPxQPTcqTLdALdFCTh5/Exe2Fvh0xy7aYAuGh3K0EseaASxQCEIBhKNk5MEI0QEZ8sTCQXXPJuqAhVVYHwCIANaHZt+t0wgYbUiXCmuHHN8ylsaSRK5rSwEgX3A2S2egy4nig9Gk2SAbpAErTBdUNvYank3VTcj0QNllP6B8Sp9n6GZRt3m5PajxGyzUzeroOKLBsgha0XdZrRvPJEgRJRO15kY+GRgGscjL3ubC3/XBb4yS7Z22peEYi6lifDVOjZFIL9IARlcOJ7FruVOkvFKuRuEVIBaJ3kQRjfdx3+FuKi3R6OoYsMpcIip5IzJ0TbO01c78x8TdFxxy7hy2dVXYxjFLgLmVMVG5zJBkYQ7zD29pWOUnH7kbYf39Ws9QVQlwTEKy7SaipAy5gHNyjjfvT4vjb+xzfLGfphDtHhWDYvC/EY6yWOQF8jYLNcASRcG+trX7Vfc9MZNdvR6HC8Jx7DIq/CsRNRTSi7HSAOAPEHQOaR+ynd3qnZr2rMTooqiYYZj8joyCGU+IO1fEfyskP5mfpfvCuRPbz/H8Mq9l9vo24nP0nlBD3zg3zsk6hN+YO9F9nN79omz7osI2mqw+ESzQtdkM3VBynM8O5Cw38EG9Ew7bAQY9iWLV2GudFW08HRxxTB4aWg7r+dfmbBPXpPbQU/2hYNPGXTRVsQYBYPhzNv3tJuiGfJtfghpZ5YK9r5mQvkDHscxziATYAhRMLs7ZplMN6NmFVMMssXTHEWTFuYOsSxjWlw46k6di2xmpUX20e0VVS0WMUEtRIPJ4pc7nNN8wbe1rbybAKLPUNR4ztXTBrpqaRsjiTcbr77Cx+CMroSftgzitRXUb31AbUviB6WOQaPjJvcHeLdn0WHluNfGQCNkkVOJ6KpMlM7QxzAEx8SHA6HstvTkt6K+u1pRYi2OM7XYnHLSyU8Zo8Pp3M0yZQA9rTqDqd2835LaSSaiN23dS/s6wTPLWbWV0vSZ8zKV4BGp0e7XdbzR3FLfvUK7qhrMRNRiWM49IySSOJpZTSudcB/mtF+Jtqiq+2dwUGNkjzueQ3vA/wDtZcl9qx6e9fZQwHAK4g/4lotysxLDos+22mb3K0ozmHsS0ewA05nC4U6VsORhzNvbeiwbOiZ95c8AV0fj/OsubpXVEgidc723K7XMz7gZJC92tykKt8IjGWWQ8w0fNcn5V6jfgndWLmC1lyadCE5pjfmHA2Pcun8bPxvjWXPh5TyBmZfrN3FdljmRXRku+qWgS/RuAuNRYhRnh5TSscvG7HdSXykEWduXn5evTtl2aaE8wp2oPyE8wjYXYKhRboBbpBJw8/iI/baujDpjl21DDYOVoIgOQHICPJLHG673gdnFMto0leAbMb4u/omESSpfJ5ziezcEtgBzzbfols9IsrgE4KrsEm/4Syx0u/8A/sUhVsTvKRwJ8waLk2Hals0czOkNo2k9p0Cm5HpzaSWbWR5seA0CnVqkyKkZGLAJzEtpTIuQT0kUxFouRoVVg2FLlYLusFFVEWSpzNLY26EWN+Kjz/S5h+wY2ZacQtYGtzBxtfeN3zV48l17icuOb9ItbTyupphTsvM9tgL248Cdx71czxvZXCwGKHEqmrgjfAGOhu6fMdI3kaN00JAtqNLpyyVCVme15jeC2QaFvPtWsqVXtBE+rwariLTmZHnb3t1Szm8avC6yiowLO7ZeWOUnI2oeWg8NASssL/RfJN5vO61+DbQU8VFA6BmJS1I6GtnlMMUMViS1xPM2tonjuX2XJq68U77IcYqcJ20dgcrvw9fnY6O9w2Zl7OHfYjxHJVlPtnL9V7vimE0+LUpimaM2UhryL6HeCOI7E5S08i+0DZbGmYTE+djqmjw9rhHIBmcyF29ubeWg2IvqNU/VLbG1szquipMXzNdVQFsU7C3e8Ws49jm2/dTK1yxsm61WC4vW0WIMxfBjSxUsjGtlw95BZNlHm6nqkG9j+W537le5Yz+3pFNj2zWJU8ZrqARTOb1opaTPlcd/WaLHvCnXo9bZXaHHNn8NxFtNh+y8te4mxlhkdFGDyB13b7kWCNWUaxQBjGzlFXx0lTS4gHTSur45IJGluQNOXOXC50abd/aru/RST9oe0eI08eCYEKaN4injjytkIzAOu8k20vrwRe4Iy9NjcFDgNFLWxuqGF8hNmg2Y91xv7bjsICW9DQjsVweiqWOMIiu0PZLls17XDS3PTf4qdSHsSXDaennFZLV/8AdHnliLbueeDb+Oh/qnMZj0W9pdBh+IfaHjrWzMtgsAGWdpILG7g1vN5tYg7vnOWficm0za/aidlT/AsDEcOGU8fkuSJtzI8CxDeIA3XG83Rjj4zZ5X6jIbRSMoaSmwSF0mdtp6sPO6ZzdG24WCdKdIdNWwxRRxhktmW3Aa9u9Y3GtNzWn0P9m1AaPY6GoL2vdXu8pGU7mkWAPboVWMsjO3daadxaFQRi/TgkAukGcpKMe8G2v7pHA3kl0YabdYEm/Ab10/iz+1rDnv9VXiz7S2bue0OA7CupgrLWFkyXeGMy0TSfzElef+Rd5uvhmsEtyw00Q3b3I6sq9bmkaR8kdgMrgeehXocHL/ACS7nTi5ePws0EWucPMPgttMtgOADrEjTg5KqSqSbPGGHe0/suLnx1durhy3NJJsuZubokaUoMt0At9EAfD3fiG9kjVvx9MsmrbpmWjM18jIheR4aO0pkiSYjG3SNpd2nQICHLXSyXGcgcm6BGxpHLyezuS2ejboMwuskRjpBuGp7EzUmIYxBDIYWudLONehgGd/jwHil5aFlRdn21EGEMimhe2S73Zbg2u4m1/FT5KuK9yVElrNDRzOpSt2Oj2UZvdwueZRo9pLKfLwRotpDYSdwT0Wx2U9t6ei2ktiYzeqhBYhIWwsDBbVGXQx7U0lyRcklYZRviQNA3nVKSGe0ZzZoJPYnoWweOmaPP6x5Kpj+0XK/SQLDdYKkA1VLDVNGYlsjfNe3e1OXQ0yO2WJSYBs3VTzBr3vtFE8HeT2c1tj/abR7lZb7O6moxXA8UjnLi7ysHOd3WZYgdxH7qL0rdrKf931cNkX44KykdHE57X077sf1TYhpOjnX4Jy23UKyz2hbCT01Ft7glTVSZIW1AaH8i4ENv2XI7kX2I+oBpYcRvSIGdjJGOjexr2OaWua7UOBFiD2EIDwLafBJNh9oXUxYZMJqwXQPtcuj4tv+th+I70rj78o047NeOTMVDKnCJ2SUc7Zad7ekY8i8crTzH/RCcu+068avKLarDpWMp5HSUU7QQ6WKzc1+FyNWg87E7rhOD0mRS7QQSU9NFX09W+a4nd6Mx6aM10udLnw4JxOjWY/jNVJUvkwR7o3RPENmAl4uGgDlcFG6Oj6TF6nF4+kq9n5nRxtLY+kAABAIsL7t+9GwBidDSHB6eOmwsQPc98IAeHZBcG9r2tmtr2oGkbDKfZ2soaEVZZ5bTREFjrEXuSQRfUglGxpdshp3Nmilq3TRz7o5o8oAtawNtxT3sKQbQ4/s/KcMppIo8N6NwiYyIMDWniHDXNzublR4T7V5X6VUMpwUjE5YzFP51HT/wA5/Of5QD4lPZM8C+eZ80z3Pc8lznHUuJ3nxU0x3UdU2RrXQSNuLhobvCdx12Uyl6fUWwbOh+z/AAFkuVrxRtzDiDcpyJXMxZbe0BGjQ3SNG4iymmj9O3pXjMNLcFO1eyPDpAHggMG9xCqYXLovLRk8sccJEbw6Tjpoexb8d/j2jLDzZ+cTSSue9rnfzNFwOxaTlxrPLiyiMXgEg71pLKyva+gmY2njAIsGjivNzy3la7cJ/WFkqGhpN227CotVpXeU3J1CytaSXR8X4iVrLXI1XV+HnPOxh+TjvFJEMsT7CJx0vwXfeTFyzjyRzhxdLmmkAv8AlZ/VY5c3/wDLXHiv2I7oYGhkYAF9Fz8ltm62wmr6DMoXNa2MMoS2FjftSOuugOJ0SEGo35ZM3JwNl08fTLJbS4lK64aQwHg3etGSK6UuN+PMpbPRt76kpG6/agELwEAKSdsbC97mtaN7nGwCAr34p0txRwvqD+vzWDxO/wAEbh6N/h9XWi1ZUODD/cwXY3xO8qd0JlPhcNMzJFEyNvJosjR7SqanayOwHEo0SY2PTcgCCMFOQtiCIJ6LYvVZyQDS8ncLIAjd6cANePuWXPFPLoY9qxzbmzWm6xsbSiMpL6vPgiYlch2xtboAAFUiNlIAT0DDZLRmkjmjRbeTfbLPL0uD01z0Bzyd7gbf9d61w+CL2h7E0mMUGD4Xi3S0kuEOZM2aKPSZjXO6zncy0tvbfZE9nbpR7T0TsR2rjp8Pq444cRcXtEs/3DXk2uCLi7gA6w111S3qHN30osfw5uB4vNh8NSal9M9rTLky3fYEgDsdolLuF1dPqGGqzQRl4dnLGl1xxtqgGTVLQUEr9ocJw/aXCDh2IMJjkGZrwOvE8bnt7R++5OiPB8YwrENjqp+EYvC6ow2ZxdFLFoH/AM8ZO53Nh/8AlLSpf2iR08FDIMR8mixLDzIMrg/K9niNWOHaCOxPY0k02F4W+aWTAscqYZ3Mc0QYgA0sc7QnO02doTrbeU4XtOg2b2jhw6qH8UpnPkfGxpNyLC5N+r2BIbobdndpDTVIlxOmzva1jSCRbrXPDkP3QN1EqtksQ/h9OcQxFpbHM8kscSetkA39vzRse2iocMo8IqDWRYXSunvnNRPPmLXHfa4sNeSVyExCxfbKKeCSlhpxVCXqHI8kNPG1tTbsTl+zsZSslbSO6bFHtqaktvHT31bfi8jzR2b097IuDYJUbQ1D6+uc/wAnHVtGQHOPAWPmtH7qabTUuy2FUrw5tHIXj8z3Zio3Tki2ipaeM+rlK7OaeqYJEG7P0LS0MAhFhcBbTpl9izBgGuU+KVOIznQMBLuqBz3Ixk+z9ozamlIJYYnnmHh31T1jOhqm1GIMDQXuFhu1Fgi5nMVccZpC63lFKDxvK2/zU7VoduIU5F/KIO8SN/qjZaAjqYaivLAyOVgjuZAQ6zr6D5oyy1BpOHRcLWWfo/ZruiykW0S1Dmw6bC/KIBUZwI3OIFuNk8eCZTdovJZ6T6eOnpAclhcWcea3xmOPTO25dhT1rG3tdx7AlafirW1YnBc6QNG4Dis7yTeovwCcYekbZ1zzJuVlnVYyidU8VHpRlhzQFjm1UqcXWGpRsAz1lPTNvNKxntHUo1b0R2F10NaJnwOJDHAG4tqunj69ss1kCqSXMgOzhARqmvgpfTStYTubvcfAaoGkXyquqzampxDGf7yff4N/qp2NCxYQ2R4kqnOqZBqDJqB3DcEtms46cNsLDuT0W0lsQA3Jg7o9EwWJlge9KFsZjCU5BROq0IIx0h4AhGz0RwPV0OoTImgJF9UjSGnQJwqSpizxtvoL+Kd6KX2jCNrBZo8VGlbdZBk0CAaUA0gJghDeJQTHfaLsy7aLZ+9LrW0hMkI/WPzN7zw7Qqx/Scv28TgxzFsMwuvwaGbJTVVxLC9tnMJ87KT5pO4hV0fa+xnbGixDZ1mEQYM2GNkbWNdNIHdHYDVgHHTf2o+h97RthdnX7RbQU80rXfw2leJJXu/vXA3DAeJJ38gptD6HBNtb3O9BBTOIO4oFc97szLg3tqnRGZ2kxCjxGjmwuahZVxP0d0guAebeII5pbPTymq2PxfC6h1RgMss998LdX25Ebnj90hvSimrKSWSSDE6CSkqieu+IEWI5xu3eCfs/VS4q2ogDxhmPNDSBkifKYyD7LtOCX/p+/pYR4vtE0gCpge1zfOLozY9puj0PZs2LY9JTtbUV1JDGbtkaZI2kg6EjjZHoe1RVT0ZJ8sxeSscw5mmnaTr2l1gAn7L/ANJSVGIYlKYdn8OMRIyvmjJLyP5pDo3wS0W59NHQfZ5JFRy1M80VTiIAfDG4noS69yHE6uuNL7lNzkVMbV7SUFa/FJMQmw7yBhp2wmIyiR0jgb5jbQAbgjyl6O+lhkBNtAUUoe2NgKRtlg0plw7ryAFjsoFhusFUvpFiVJlPG/gi0I80bJo8j2FzeSJYaIzDaJhuykiYeYjCW4dOdQQ29FHr/KE9DYXkEQPoYv8AYEGIKWMDWOMD2QjQRnEU84McQddtjYW0R47K1NGUj8iztUa4gNPVYjYR44KdzMxmqYpL6iOdzGnwGirHOSdjWX0OabpGWE0zhzEpv8Ve9/Y2FFT+Sh4A6TMMpMhLjbvUWDaPFFFE0tNPYXOrRcKPHV2e9+ilsLpG5QL/AAKWUOejzG224qdKM6NqWoNodTtJSQ3EOaZw/SLD4lEwtO2Keox+sqCQ14iaeDN/xVzCJuVQDIXOzOJLuZNyrT7afZF946wfzN+RThZdNH0u88BxVbSgSYvEXllO2SqkGloRdo73blPkenNixGr9LMKaM/kg1d4uP0CW7RqJlJhcFPrHGA873u1ce8lGhv8ASxZABwTLY7YwEAVrL7gmQzYtNbJ6LYhYBA42F8wVfRI4e1rTffyUfStEilc8OsMo/dOHYIBZBOOiYPkN2xEHTLZVShnRFzuxSNpcbQ0Jwq6p9EO9P6JDJUVcMSMmiAQtugEyeKYNcy6NkFNTh8TwRpZPG6FZPGtisGx1xfV0YM5/v4zkf8Rv8U9p0oovsnwKGdsrn1czWm/RzSAsPeAAlfZy/tp6DBDSTQsgmDIYz1Imxta1o5CyN3QmmlijkDdXA+CPYps0br7x8EbCsr5Z5vu4SGtAsXHilbRpEgwSaU3OQN4niiWixdwYfBSwWaxg4l3/AMphnMXwrDcTzivoIa0HcJGA27nbwp3fo9Ria77M8MqH3pWS0Y/THKXj4Oujyo1PpA/7qIOFZP8A/wAbP6I8qcxJ/wB1MINxV1Hg1g+iXlR4pFP9mtJTvDnB0zh/zdf2SuWQ1Gkiwl8MLYoy5kbRbK0BoHgE7lTkkPp8Lnp3XDnPj5FRZs5dLKGlPWbJFY2vY66Iwmjy9gVOHs0c1g8E6UAFEd+UqT9LrD2uip8gHG6qWlpKN+RKexqEzEflKVp6dmN/NPxS2Wo4EjgVUo1Dm9dp01WmH9k30A9jrkH4IssLewTGd9k0ngfyrDLtrOiONh5qnatBBp100UWqgkLix1xdb8LPkvoUvc7gFtYz2GXtvq0hZ2LmUNcxpII3rPJUIQoqzCCkHnIeStkHB5QDukKA0myMzvx49j6pi9LtlD5QWmsmfUXF8h6rB/pG/wAbqbQtIIGMaGtaA0aAAWCCTI2i25Mh2gJwhGpmPG0O3pxA4aBwT0VOO5ABlkd5K8jS7raJ3ofaGzcVm0Gg3O1VQqMgaIdSnCSXxhoj43GnYqqDT5ykxm7gmCVHovFP6JCKzq4aQhTrIBEEUoBzGjeVUiaHW6Na0aA707AihjejJ4n9lJmuAc0aIGjcuR4IO6yCWTBogAVejO9AV4YC7xQE0yGNlm7kBDmkdLbMTYbgmAwxuuiWga4DcAAjRlEYy3RobNLQEaLZDG07wjRymup2jW6WjI1gvl4I0IK2MEPcd+gRobCkjaWbkrBDOibojR7TaaJvRX7UaLYuQWPYgbDLRe3BSrZMjRwT0COaOQSoPgY0u3LXi7qOQ2ZgLyVeXaYAWAKTJYE7llnPa8eiZGngo0vZpYEag2bkAvZb4TTLK7cArqTCwFyinHZALLHJpidkFylpRmUJaD//2Q==">
            <a:extLst>
              <a:ext uri="{FF2B5EF4-FFF2-40B4-BE49-F238E27FC236}">
                <a16:creationId xmlns:a16="http://schemas.microsoft.com/office/drawing/2014/main" id="{469A1716-ECA3-4A4F-A073-E42E5E9A3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508" y="2416816"/>
            <a:ext cx="3020812" cy="201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055638F3-1F96-4667-B5F2-A66DAD303E40}"/>
              </a:ext>
            </a:extLst>
          </p:cNvPr>
          <p:cNvSpPr/>
          <p:nvPr/>
        </p:nvSpPr>
        <p:spPr>
          <a:xfrm flipH="1">
            <a:off x="3734782" y="3206079"/>
            <a:ext cx="1421893" cy="377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61095" y="2740973"/>
            <a:ext cx="96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Need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3352947" y="3676477"/>
            <a:ext cx="218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Technological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1031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Engineering and Society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B05794D-51BF-4C8C-A860-3E0FFBE1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59" y="1917017"/>
            <a:ext cx="2762144" cy="1955599"/>
          </a:xfrm>
          <a:prstGeom prst="rect">
            <a:avLst/>
          </a:prstGeom>
        </p:spPr>
      </p:pic>
      <p:pic>
        <p:nvPicPr>
          <p:cNvPr id="6" name="Picture 2" descr="data:image/jpeg;base64,/9j/4AAQSkZJRgABAQEAAQABAAD/2wBDAAgGBgcGBQgHBwcJCQgKDBQNDAsLDBkSEw8UHRofHh0aHBwgJC4nICIsIxwcKDcpLDAxNDQ0Hyc5PTgyPC4zNDL/2wBDAQkJCQwLDBgNDRgyIRwhMjIyMjIyMjIyMjIyMjIyMjIyMjIyMjIyMjIyMjIyMjIyMjIyMjIyMjIyMjIyMjIyMjL/wAARCAFNAfQDAREAAhEBAxEB/8QAHAAAAQUBAQEAAAAAAAAAAAAAAwECBAUGAAcI/8QAThAAAQMCAwQFCQYDBgMIAQUAAQACAwQRBRIhBjFBURMiYXGBFDIzNHJzkbHBByMkQlKhFWLRNUNEY4KSJVPwFhd0g6LC4fFkJlSTstL/xAAaAQADAQEBAQAAAAAAAAAAAAAAAQIDBAUG/8QALBEBAQACAgICAgICAwACAwEAAAECEQMxEiEyQQRREyIjYTNCcRSBBUNSof/aAAwDAQACEQMRAD8A1zRouB1iCyAK0fJVOyq1wQf8Rh7z8l1YdMMmlqOHijJMDf6EopxAfvHeFFVBIRo5XgnJzgqSYgwZ/Oaufm7jbiSoPQs7kp0WXaFjnqzfcO+q6MfhGN7K/wDs9nsj5KvoJNKPwsfsrny7rWdCfnHd9VJlKDIdOCA5rusNCjG+yvQ7TddUYqvGx99H7v6pZ9CdqGb0h7lycvydOHQSyWRIyWSDrIMlkjOASBQEA9rUwMwFOEMxxb3J45WJuMqSxwcNFvMts7DwqhCNVEIAmk4IBbJgtkE6yAWyYJlQHWSBcqA6yYLZAdZAcAgOsgOsgOyoDsqA61kaDrIBMqRkIQRpCRmkIMF4twSqorawdd/csMmkVpCkGuASAZbqmERmIATOjLy0hxHXbcfFNWlnHnc3rNseFjcFCR4731VQquMEH4+Lvd8l1YdMMmkqOHeUVMDOsZRTQX7x3hRVHw+a5XgnIrlSTLIAE3nNXPzfTbiSofQt7kp0L2g456s3/wAO76rox+EZXs5/9nt9kfJV9Ek0vqsfsrny7aToQj7zw+qlRUAqA5ujgnj2VvoZu9dMY1VY2Pv4/d/VLLo8e1DOPvPBcnL83Th0EslmpByRkQZQEgcAgzgEA9oQQrRqmQgCZHtuNQnvR+h2Ovv3rXHLbOzQoWm9IEaqI8II4Jg6yZFsgODbplsZtLI4XA/dPxLZfI5Ry+KfiPKO8kk7PijxPcN8ncPzN+KPEtkcwN43S0DbBJTst0B2VALZAdZAdZAdlQCWQHWRoGkBIyFoRoGlqQ2E9t1NVFK+fykzuy5cj3R2vvssMu2kQiEjNISBlkgU0kTnXdG0nnZUNpIsNEARmpKqFVxgg/Hx/wCr5Lqw6YZNHONB3lFTAvyIUgv3jvUU4dD5rlWFTkc4q0mXQAJh1m+K5+b6bcX2lw+ib3JfQvaBjnq7f/Dn6rox+MZX5HSeotH8o+Sf0SVTeqxeyFhl20nR58/w+qRnBIOQCjeFWPZZdDNXRGVVWN+sR+7+qWXR49qGf0nguXl+bpw6BWK3JAlkG6yRuSBQgz2oArQmk8ab0EI0aKoBAEaB1kARj7aH4q8c/wBpsGaVtKzsEBVFo8FNJwKYLdAKmNM1tjtj/wBkqWnlFFJVumLtBJlAA3680QtMEftxrJQTBgMJAGuepd9Aj2D6f7eIg9ra3Z97R+YwVN/gHD6o9j29QwbG8Px/D4q3D6hssT2gltxmYeThwKNhYlMESNwKCKgyoDkByA5AIUAm9AIg3IBpU0gn2GpNgNSpqozVC/paeeT9Ur3LHLtrDLKDIQgGHegJAGiYPyg8EyEa217JwqtsE9ej/wBS6semGTRT/VFKBjzUGgyecPaUVUOhHUPeqw6TkVwVpDISAE5ILe4rn577jfi6qXD6FvshE6K9oOOert9wfqujH4xlfkdJ6i32R8kyS6b1WL2QsMu2k6OHn+H1UmcgFQHDeFWPYvQzV0Maqsb9Yj92ll0c7Z+qJ6YNbbM6wF+a5OTdydOHSPFLn0LSHcQpuFhzIRQpyRuSMiQPCYOCAI1BHxi9XELX0d8lpxz+yM/XtLMFtWfBaZcf3EzL9kHK1lks4BBlsgFDi0pzLRWCtdcb1rMts7BA5VKnR4KojgUyPGqcNSbQ0cGI0boZ2xyMANgRe2liQsc7XTw4zXt854/h/wDBsRqKWAtMYdcXGvxW2N3jGPLjMcvTOzyl/W3X/ZUybf7Mtpn4LtbS04damrZBBICNxJAB+Kmz9B9JkPvqEao2UMPJP2NuyHkgbKAUDZbFA26yBt1kDbrIBCEG6yA6yASw5IBLIAFW29JNb/luH7FTkrFlsGbbDSD+o/ILDLtrDyoM0pAyyAOqDmyNc7KHDNvtfVEIduqqFVtgnrrO5y6semGTRT8e9GRQJu5I0KUdYe0FFOHQ+jPerw6LI4jRUkMpBGqPOb3Fc3P3G/D9pcPomdwRj0V7Qcd9Xb7g/VdU+MZXuny+pN9kfJBJNMfw0fshYZdtZ0dmHSb+H1U7PR1xzTBwQThvCc7K9DM3roZqrG/WI/dpZdDHtSD19ml93Gy5s/8AkdGPxSnxxuErujAe1p6xG/RVlExVrlbFQbkjcgHBAECAe0IISEXq4geTvkteL5Iz6WGUt3XcP3XTpi4gPU5YyqlpmQt7QscsLGkylcpUSyQdq3UInoqc2T4rXHPaLjoVsnatJU2DNcqSc+RscT3vIDQCSb2RuSboktuozOJkYhE2ZnTQvuSy+4tCwzvli78MfGvEtvLR4415t1mh/edxW3FlvBzfkY6zZluDV1XTVFTTU7pKeK5Lha+XfcDeQFVzxl1UY8Oec8sYi4XVGkxekqh1hFPHIADvs4FUxr7RFVTzMErCS14DxpwIuq3CMdKzhdG4DDIkZvSBIFzi1yQB2lMGiaN3mvaT2EIspSwuYKT064QbswQHZgg3ZggELgjYNzhGwFMc1PMP5HfIqLTjL4QLUTx/OfkFhl22hbFSZpCRmWQBnaNKomQqsZjw7F5HTwVQ6oAmibmFuWvck0k3GmwWvixOiNRBM6WMvLQ5zMp0AuLK5tnnNNPgg/Gs7nLqx6c2TQz8e9GRQJu5I0OYdbxCmnD4h92e9Xh0mlIVEETw4qbZs9VHna5zhlaToubm92ab8Xqe0mNwbG0EOvYcE50m9oWNa07T/kfUronxZXunyj8G3uCZDwOtTRjKfNC58rrKtpPRMjRcBvVIsRdTtX+jg6wADdO9IaL0pHBv+5HkWislJkaOrqf1J45TcguPpKYdV1sFXjXrEfu0ZdDHtR/41hsDYg68O1cmXzdGPxSiXZZyQLFuhvv0VW9lFbZc7WOQHJUy2SM5u9AECCp4TIWnbmroG3te4uO5a8fyTn0s5aaan19IwcRvC6dVhsO4frfVSZD1Tr+yDdlvu0UZYb6VMjbLKzS9uskZjmpaMjZCDYpzO9VNxGZLbitpUWB4jFLV0DooPPLgbZ8lxx1sfgjKeU0vgymGe6gVcTm4NTxPIe9rDme0W63co5JrGR08d3na80xjZ2HEsThqqo5o4WFuTnqsseS4zUa58WOVlyVmI1EOzNDVSO6KON7MtJTNdd1/hpzPJXhLndVWWU4cLawuzuFOxTaPC6KNgPlFRG0t7Lgu8LArsyeO+tbtbo0ANGjQOA4KdmXMjYZfbHbD/s1TNZTUZq6yRuYAm0cQ/U8/RG4Jjb7eRVn2vbVmsztrKNsTXawR0oDXDlc9b91cuk3H/b07Ado6faXB4cSpy4Nfdr43OzGJ43tP9eIK68dZTcct3LqrB02XUKtDa+w2d01BG9xu7UE87FcXLPHOunjv9UnOo2t2YI2CZ0bDs4S2DS9I9Gl9uKKNOY4OilF9SD8kofTOYUPwr/bPyCyy7ax1tFBmEIBLJA50rM5ZmGbiFWrei2GKaJxdYDrb+1Gqe0qngZA0hjQA45iALaqoMrtd4GPxbPZcurHpzZNDNuKMigI3JKRZh1/EJUQ+Ifd+KrHpORxVJCc3W4JBUZYS3aplYizl7HAAnULn5Z430247sDpH8z8VMt0uwmKEmiivv8n+pXXj8I58vlRpvU29wTSZESWDXguPP5V049Q43UqdYpA0gpaEp0Lfv2d6eE/vBlfS0aF34uOqzGh9/H7sIy6PHtQSgeVNJvYWOi5eT5unDo6OVpzhkjjoQQUrTBWSnJByKbgkZwQBAgj2pgWn0xCmP8xWvF8oz5Pi0pdqV1udAqmR57gBrid4Ssg2iyNe3qG2Ya96mzS5dmtfrlNweRSAh7UrNqlJfWyw002QpUwXhSYDpHR9o5JedxOyU+OdszhEdQ85SFrhnuos8fYU/ktEySije45czuu8uIJG65V8lnTpw3l/ZmZYmvY4fELm06tvPdssAqMRHSwOzSg+adS7u7exa8Wer4ubn4vOb2P9k+BVVHtdJWYlTzQvpaZzog9uhc45DrzAubLq5L4+q8+T29s8sbzWfkrTvLGc0eReIOP4ZDW4c+Gb8w15p2fbfjv1p8xbUYeMOxeeBmawPVzC11pLuMc5qrb7MtpThG0HkE8lqSvIjIO5kv5Hf+3xW3Flq6c3Jjube1PeTp+y6mG1zh1S2KhjYTbefiV5/NlPOuzjx/pEryxvNZeS9E8tbzR5QaJ5aOaXlD8TTWjmjyHiaa4c0vI/Ew1o5pXI5Eqik6V4P+U9Vh7Tn2qMM9BJ7w/IKMu1xxUKNKAag1XM6amrHSZOkz6G77WC1485izyxtSqeoMxt0MjHdtiPitfPC9s/DKdLVnmjuWN7a/S4wP1tnsuXTh0wrQTbkZFARuSNGlHWSoh8Xo/FVj0WXZSFaTSEgizi7h3Lm5u424ukfLvURpaZimlJEP8AIHzK6sfjHPl8qNN6o3uCZAMY/KCDouPP5V1Y/GHiR7RqFJnCZpIFtSUbLQpanS2dE375h7U8J/aDLpPau2OZWY16aP3YSy6GPaglH4jvC5OT5OnDoHzXG1hdY7XotlQcUg5IyhIzggHjenCECYPhNq2nP8yvj+UZ5/FoS7VdjDSsrpbSeIU0kgta+pcHC942/JO9nOjX03Vc4atGpul4ns/yNjYxIbk5eKfjNFKiP3hYYfbXM0uITuMKZGOIO5YXGxrKjTbis8lxWzSOiOZpsVluy+laHw2T+J1JpXwBziC50gFi0cz2Lo4s/wCS6PzuBJ8BnqHXjIja0kPkfoB4cVvj+Pc76aZflY8c99pNJs9T0x6Qtc55/O7znd36QuzDiw4prF53JzZ8vYVbmNSaekbmdE272t3NvuHesebC5Tc7GGWu+lW6seHEG4INiDwXFctXVdEx37K2qmmcIobdI7RubcO09iJlu+h4rqspJJHS1EhjEL2h0eW7XtNhv114ro5PeO1cc/tp5R9omCPxeKKSmhDqhhtdu9wWfFySX3005+K5T0xNTsDilHgVTiz6iITUobJJA25c1pOhzcxvstsebG3UYX8XLwuV/wDdPWMG2gp8Q2Vp8aqJWsYIb1Djua9ujv3H7heljlLjt5dn9vFnNlvtExLHcf8AIG0EZpOu/pWkh7GX6pPDkF5n5Ektzd3HbqYt35a7tXL5ujxIa1yX8g8CeWu5o8x4ENa7mj+Q/Ew1ruaXnB4mmtdbel5jxavAz0kELzxhcurg947Ycnavw30Mo5SfRGXap0VwWajSgG2QbN4xXTsxR8TH5GRgWAA14rbDGWe2VvtocPp7QsLn5nEAkkWV/wAcpXOxPFgLJXj0Xntb4H60w/yuW2HSK0EvmpUoBwSMCXzkqDovRhXj0nLs4qiNIQEaYdcdy5uXuNuPoGyiRaPivoIx/wDjj5ldOPxjC/KjTeqN7gmToheJncuPP5V04/GHZbqVBhtpmo+xb6SrLSxBYx963vSx+UGXSYxdkc6rxsffR+wEZdDHtnavpOmb0Yu7TjbRcfJ8nTh0EzOQDICHHgeCxaCKidZIESMoSBwTB4QBGpkdHpWU/trTj+UTn8WgK6mCqr/SnvHyU5FpMv8Aiz7tvyVUTpIGsE3spz7Azx+G/wBP0TvRRUOYXloG9c2HdbZgS54muLm+aCdVogMk5QTx5KMoqUzI+Z4jY3M52gCxvFcr6aTOTt38FMj2CSS5cbhjBqR3rTD8L3/aoy/I/SHtJitJspTGgpWsjq6lji5xF81huvw5d69Dg/Hwk9Rz58lt3Vts7XOxjZuirzTyQsLA1kb7nPbTOCdSDwvvTsmPqFu5XdTK10kUQbEM9VMcrB+ntPKyjSthw4dFR0oazVx1c62r3c0+iU+LUDamJzmNHTs1BH5uxcv5HD54+u434uTWWqz9JUOp5rgtAeMji5t7NJFz3rzOPK45Tbs/21U4ZU0YhhkkPk+js4sSDqP2XfnjvHULDLxy3ftkKoBsxJAdldfVctmnTvbK7T1jYcIxGmp45C+sjJmleeHIBXxT+0RzZTxsnbx419Z/DxQCol8k6QydDm6ubnbnovR3608nXvbV/ZpBVHabpoWO8nZC9s7raAEaC/O9ly/lWeGq24flt68vMdhNUwTXmkDUA0hAMduQbcbPi9BT9sLwvS/H+Di5fkhYb6Of3n0Rl2qdFIWajSEAmVAY/FtcZqe8fJb8fxZ3tsqUWYwcmgfstYijkdZOoW+BC1S0cmOTxOtDN5qV6KI/5UjBk3opQ+MfdhVj0V7KqIhQSPKOsO5c/L3G/H0ERe6z+lfaJi3ome4HzK6cfjGN7o0/qre4KiPhH3LPZC48/lXRj1D7aqVGW+9CU7FSLLVG3MHXb3p49i9JbN66WH0qsb9Mz3Y+aL0Me1FIL1I7lx8nydOHQcjess6oiDIUgRIFCRnhMHhMHtQRzPW6f21fH8k5/Ffneutzquu9Ie8fJTl0Imf4r/ym/JOiJA9Xl9lOfZXtId6t/o+iv6KKMvZK0Fpa4C+7gVwZW+Nrrx7S3xNkw95cLkRro493H2wz9X0izQXfkbvyiyWV/t4nOtptPStooA93nPY4yO5di6cMJj/6zyy2dTxuztc49cjppP5GDUNCu+ksOdk49sNpTi+Il8mHsc1zI72ExtfKD+kfmPHcOK3yzmGMxk9s9XK/6b2rLDTupWECRws1rdA0c9NwAWEaAUsDcrqk9WK2Vg/lHHvJTKg1E75eBYw7hxKRoTtSbeCQZbEYxHXShu49b4rx/wArGY8t07+G7wi8rcchjo4Y6dwlc6Noe7dra2q6P5cbJJRhj91RSUFU83fE4F3Cyi41vMpWZ2goHOdkawuc7qhoG/sU4S71Oyz1rdRMM2GwaLDGR12Hwy1LiXSPLje54Ag8Fr+Vebiynv05eL+POVoKKho8NpW01FBHBC03yM0ueZ5lcWWWWV3k3kknpJuOY+KnRkJHMfFGgaSOY+KDlNLm/qHxQNkNiNEAwhIVudnh+ApfdvC9L8f/AI44+X5IOG+jqPeD5Iy7VCnfv4rNRpQDfigMfif9s1Htj5Bb4fFne20gG5aRFGcbO1VISoKl9K1ksbsp3XRKdaKlrm1kHWs2Qbxz7QikfwSAUnBFB8fowrx6K9lTIiAG+POb3WeWHkvHLQZhNzql/EPOq/FxZjRygb8ytNamk73RpvVW9wQB4I7wRm+9oWV4pbtczs9CdEOaP4sR/JTehHSAo/ixK8mQ/RhV/HiPKkDG5giY4yjyozN6uJVeN+mj9j6ovQnbPVEoiqYySBmc1mptvXJyfJ04dI76yPy7yYlodYEDML/BZVpoZCScUjcgyhIHBAPCAI1Mit9ap/bWnH8k59L4k3XW5tquuv0htzHySs9CVNN/Kh7pvyRl2JfSQ30E3sp/Q+0g+rD2PoqJmKNpD5ha3WK4MvjXVO4uwLYe/wB39V08XxY8l9iQ04M/lJs7I0ZW/VaTjlzmVT5+vE0vLqxkIuWPefAb1v8A7ZjQRwx0NW2RrWROe5pHZbd+5U/ZoTXOLI6ShjFNTRsDBlFiGjQAclXqe6B3Uzm08kUDbutY24uPC/YkVGEQjp2RuGbI3dwugKupc4SOD3Autw3BPRoj5AGFrRqeJRobZvEoGvr3uJFyAuHmwlzrowyvjIiGkB3PsPBZ+GKvKtXgbxU0bYpHZ5IBlvxLeH9FpPcEy9ByYEw+UVTm3mcfur/lbx8T8l1fj8XjbnWX5HN5f0nSmmw1xdmOYNGhAC6OTjxzmsnNjlcbuIhw/Lp0zu8gLzc+Hwuq68eTynonkQA9MT8FHjFeTvI229Kf2R4w/I11E0/3zv2R4wboT6GPQ9O/4o8YAo25c4G4PK4+Wazrow6Ossltxs6PwFJ7DwvS/G/43Fy/OoOH7qj3g+SMuzjjv8Vms0oBEBjsRF8bqPeD6LfD4s722sO8LSIosnnXVIT8LY2YmN4u1zXAogp2G3bMGb7EtQPpbft3JkS55lA2cJHNFtCieiKJubf3T2C9MzjceCYKHsO5wSNyZKvGdw9yPmUUQ+f1YdwSNMp/VovZCAKkDfzhMhHebpzSpmN3hIDs3qoFVjfpY/Y+qMuhO1BMYxUsMhaGgggu3X4Lk5Pk6MOkUNpamZtQ1jXPGrXka+BWdi5foayRuQCWUmUIB4QDwmDwmRWj8XT+2r4/kjP4r8gdq63OrqxoMh7x8kqEoj8X/wCU35IvYnSQB9xL7Kf7H2Pvpx7H0VfRM7h8RfPI0NDi48L6ri1ctyOnK60m1slZHAIKSmdK8i2+wJGtgeB5XXTOPLHHURhcLlvKqKubikk7jLeOQWMVQQM7ex1tOwo1nff21mXHJruJ9Di9popKgEOYxzXEC4JPJbzL9uW4yddJk2MUURLqiaNkTbuAcbXcba/BG5E6qfhM0E8Bnjc17HbiNUb2L67HkmELCWC7n+a3sTJVVE7nm2cnnronAhuNrq9AB7rBTYIvMIiifh4L4mOIe4Xc0Ern5Md5bXKmOigH9xF/sCy8VeVZfEa6qftthWHUEbWxBr5qwBth0Vra27bW7V0zjkxTM9S1fTizmDS7v2C3jCs/iha6dz2HqjS1uPEp/wDoVbZAyUOsHDiCL3WfJhM5qnjl430s2siewPYxtiLjQLzcsbjdV2SyzZpjZ+hvwUmZ0TL+Y34Jao2a+JlvNb8EDbNAWlm94Vzcvyrpw6dZZ1bbbNn8JSN5NevR/H+EcXL8kLDx1qr3g+SMuzhSNSoUaQkDbINjsQ/tuf3g+i3w6Z3ttId60iKZiNQ6lhztALiQNVaFjs1Uiqa2UW1zDTwSh0bD/Wh7ZQX0ubJpIUwQpByASyZG2QbrapkgYuTl/wDLRkMRpvVW9w+SRiwyvbCwAi1uIQNiCpcN7Ae5A2d5Q3MCWuCAcZ4yNHjfxQYjSCRYg9xSAzBqnAq8b9LH7H1Sy6E7Z+qjbKS14BBGoK5eX5OjDpFhpmQ+be3K+ijaxykZEg5IyhIHBAPG9Mj2pg5vrNP7avj+SM/ivnb11udAqvSO7wpoST63/wCU35J3sTpIHoJfYTn2Bh6uPZ+ir6JHwRjHUckrB946QsLuVlnw9Wr5e9CYtiIwqgkqGwvlLSGRsbve9xsAPFb1GM36Y41WIV2Ltgqi2Np1lDbHLzAP1U7O469q7Gq2ppJ3MDmMZua1tzcc+9RllIrGbYjEsRiqKtz6iUEN3RkF1u8KfVVZY0+y1aTPFSNrGQwSODmjpMrSOzv3JyXqHLMZvT0XEagSytLdLN1F1vIwV7n33K5C2E46KiAleGDM7wCkNTQw+T4fBGfODbu7zqVz5X2uG1dVHSuja9wDpDZoJ3qsMd2Jt9KrAoBPimL4mT6WVtNG4/ojGp7i4lb5+qV60dPKaiLp2uLY5R1Xccm4W7SNfFXuT0zvtSVr2NOUCzRuYPqkFY5xzXJ1O8BLRrDDqljc8csjWMtmDnGwCw5uLyu2mGevVTZh0cmS4NwDcLi5MfGt8buGKFGvCVEZcelm94Vz8vydWHRVkts9mvV6b2XL0fxvhHFzfJEoPPqh/mD5J5T2cITqVnVGpAl0GyOJNtjc/ttPyW+HTO9thC4aFaSosRsbIdSgA73afBXjUWLLZCIsiEZsDcn5I+xek7DWF1aGjeXn6oE6XJY5uhCE6NseN0wRAJognIBCEAnFUFfi/mn3aMhiNL6q3uHyUmJEPuWdyAUhBEQZCEE4BAGY97dz3fFOCoeKSOkewvNzlsln0ePaon9J4Lk5fk6cOglmsiDIUg5IyhAOCAeN6CECYKB+Jp/bVcfyRn8V+7euxzq+rHXd4KaEn/FD3TfknexOkhvoJfZVfsDD0DfZ+if0SNgEzck8RIuH5wO/esuG9xpyT7PxqilrqeNsUoY6OZknZYHVbZdIwuqocZiFG1zomgAau0XLyWy7dnHjLjpVYjTfxjDJx0boqiKLPG9rvPtvC1+U2ws8ctPJ5aKSrzvL3Nlha52d4sD3jkono6qp8Zcx7KeC7WxgNu4efzsria9A2F2llfeiqZXvZYdGHuvb2Ty7Frhl70jLH9PQibLoZBvc1ou85R80DbsOpDX4kC7zGdYjhYcFGd1DjVuN1zqivxCON1XBNILmGN7mabiRa/wut+LHftnndTQM8TYMGOGUcjY5p2OZHmdqQT13DwJPwW2M/t5XqJyupr7QcQqmsJjp2jo2DK0ncANAphdKCeVxJt1nE6uKZopHbcoBSAYyHAEEWsUrNhdB7JOiew3HRNFuVtF53PNZOrj+JyxUa9KnGYHpZveFc/L866sOi21WSq2WzQ/D0vc5ej+N8HHzfJEovS1fvB9VV7EvoKob0bWua43LwDqjkxkm4MbbTuCxaOQFfiWFw1Moe5rg7ddpsSq3YUh0WHSdAyKKpkiay3G5PiVpMqmxIq8NMrWPidd7QG2fucP6qsM9VNx2vNl4HQyASAXILtD3Lae2VFwvTEWe8P1RROl7J55SoCOqAOVpEmlrTvaEaAbo2k+aAgjehHMo0ZvQ2OjigtK3GG5WgX3xX/dKnOz5vVR3fRIDwwuMEZBGrQgaOMMnBt/FA0YY3jewoIhFjqD8EBwQDm704ETEfPZ3JZdDHtUzek8Fycvbqw6Cus1kQbilQRAKEjOCCPCAIEwX/EQe2r4/kjP4r5x1XW50GqHX+CmhJPrQ9y35Kr2J0O30EvslP9gcert9lP6L7ZemLmVEz43uzX3A7lxXym/F03Xra9bUSGBjpdQ2znOvYjt7V0455eP9mcxly1GWxmvL2hsdQ2UPcc0bmZXN5d65+fPXTt4eO/ag8rq48Sikgm6p6r4ydHt/r/8AC14OSZTUYc/Fcbti8YqaiCSogMeaFzz12vu5w4XTs9s48/xsGPEGCO7BlBDQfNVRNbjYiKWbGKQWuNJHHsC0wm8k5X09hnmc1rsgAdvF11yfthQcrpAHPJLrceaL6JcYBpUSn/L+q5+XtpiuydVj9qUeN1cDYA6bpo57HozG25aL8f6L0fx8L05eXKaLXCKenwyptnljjMjCNNHtAJ+Ci2zyxn2etyVVVdTG0ESa/wAvFLSlPJK6R1mi3cjSbTRYHLy3oPZXPjAs54AQEqiqWdLYPBadCQdy5vyOHym5214+TV0slwOgjkqcZcemn94Vz8vydOHRyyW2ezQ/BUjuN3hel+N/xuLm+aHR6TVfvB9U72c6odX6JvvAny/EsO3LBq5AFlZdaEVjbBBDW0CYWeB+tt9g/NdODnpuGC+IM9t31QJ0vZfOulSBGrgiAY71pCImRqDcgEPFAVWMiwaecX1KmiFm9Vb3JD7Tab1aL2QgxUAnEJwhb6IB2VjmG7WnvCVMNkMZ3sCIVisxiNrJI8osCz6ovQxntRz+k8Fycvbpw6CWayWQZEqHIBRvSBwQBBvQDwgO/v4PaV8fyTn8Vu4a6Eru040SpLg2+bXtSsLdg7J/vGucLnowNEr2qX+qUyojdDILkEtIAIT+qN+x45Q6FosQcvFOGx+HV00tRWNeQWxzua2wsbLlwmm2S5xAVD8OhNMC+xBc22hFtx5DhdXyy3H0v8a4zK+So2lEJkjljjs/oxYka2tu8Fy/k2enofjY3x3WUe+QTRmPRwNws+PPxy2rm45nNM/tLhBbVvqYyTHYyFo3DiQvQ3v28vr08tmqBVVrnkFvW0B4aqtI+3r32VTvmkrIRC0x5QGy5dQQd1+Wq24Web0yopWxtZb8zNe3Vb7Z6R8oARRFxs8A2olfwFh9Vz8l9rnRcTqzDW0jukc2mdLZ7mg204FbcPFPG2z2z5M7ua6UuISiaSWFhDgXEh53AXXTjfHWVY2b3Ia+qm6CKJxGaOMR5mjQ200WOVlytjSTUkqrkDWuOZxLviUaIx5bDHewDjuHLtTJWtxCmD8r3OLnC4AG8dhT8RsrnQvF+hk/1GyPZa2kQRwxvjcBYutbXRTlbqqxjRWtovFd5ruCYjMj08/vCubl+VdOHRVkptNmvUaT2nr0vxv+Nx8vzQqP1mr94PqqvZzqhVfome8COX4lh2dwWDU1ASyLhapI0IAhGiCWWDEMqA5xs1sbiTyF104dMMi4OM9axwGl3O8P+igfS7lCKQA84d6IBirhU2yZOQbkA1AVWMt81198I08SponZZfVm9yQTqb1WL2QgxCgEO9MhRuQCeKDOYlArMb9JF7H1RehO1BP6TwXJy9ujj6CWayINyQIgFCRnBAECCPamCn08HtKuP5Iz+K6dFfcV27cukKqYbEAi6NlcT+jfHI0FtyYwbDuSvZyehMjxe7CPBV9JnqrA+gi8EfS2Hwgfi63/AMS5c+LatDA+Z9I6Nga89H1Wu0HxW2U/qjhsnLN1WCF0mGSR1BDpY3E9jQRuHMf1XBnJcdPVl1lv6ZmeERl8oGjQueRvWGxzFzU1UjKmsEMRHR9C38w7TvJXocd3I8zm9ZemXrMKPlojbqRq0AWIHBbyMLXuf2f4JXYXsxG6shcySR/SNbl/Kd39Vth6Y5XdaevIEUJ45SDz3rTFNVhcDuVFFzhMjaaidKXAFzyT2cFhry5NKt1No+OCV8LJoJQWM6rmDTU7iuvj9b2wzU77QQOhIJe7zieam5W05JIA50kkTRutvKQAcGQtJ3neSU9jSnxmWeligqJW5aaV4Y9/6b6NvyF7KsZ62kBsTHsIt1Qdw/KeYTE9nxSkOMLWPe79AbcO7juCWhtJgpKgtidLYCO9m31PfwRZBGippOkga4nW1j4LyObDwzsd2F8sdiOWK4zH9/P7wrn5fk6cOnOuslNrs0c2H0em57wvT/Hv9I4uX5odJ61We2Pqnl8lQGr9C33gRy/EsOzlg1IgJoC1STigFO5APIc6BrWk66G3EXXRiwva3w8Mpo3Fw67xbTgE/GpuUTX1THncQnqluGGZm+6Uxo8of5THzVdFt3Ts5p7BRMw8UGUPCA7TmB3phVY0RlABBtDw7ypojpfVm9yQT6X1WL2UzEKQcd4TIRAIgHMShqzGvSRex9UZdCdqCo9IO5cnL234+gbrNoRBuSDkBwSM8IB4QQjUwX+/g9tXx/JGfxXxXW50Kq88+CCSP8Sz3Tfki9nOkyTzZR/lqiIfV4/BH0GVp8OkpZJ5I3tcZZS8Ai1iubD9N8utr6KBlNRuc0dZke9dH/VhPWW4ijCelZJJG8i9rtO7ULny4fuO3D8nfqxWVuzolb0Zl6OM6G2rnHs/qon4+77Xl+Vqaill2RwqizPp6SIyE9d8jczz4m/7WXTjhJ6jkyzuXur7BMNpWU8Z6CJz2l1pHNDnDxXRqaYWteSejt2KQoa70rnDXVa4lVU8Oc6wFydABzVJTZwaOmFMXGOeSO7X8Ab6hLjwky8yzyuvFTyPbT5DNNPPM03yNHVae/itu2fQMtXPO8uy5b81Pjo97MN/Oe8qTBdkqBbM+NljZ7fOvzF1jyc047GmHHcljhcpxShdBXMhkqIn9DUZW2bID5r8vAObY8r3XVuWTKdVlqy2KqXBYqCqmbGHljnm+d1wLcB2WTSRz44mjrBovYAD6KarZJ56mGzoaIzAnrfeAEeHFLYPpKuRkxeHAxOOrbWt2EHcVjzcM5Mf9r487jVySHAEHQ6heXZZ6rtl/TNf4moH+YVy8vydOHTjvWS2z2Z9QpPePXpfjfBxc3yqHSet1ntj6qsvkf0FV+hb7xvzRyfEsOzlg1JdATgFql1kE4hAWOEsa+cBzQRlJsV0YsMl1JDE1osxo0TtKR0kEYBswBFGgCxoO4Jbo0c2KMtvl1VzoqXomck9E7o2ckGXI3kgEsL9iYVOMtDQCOMP1KmiHSerN7vokafS+qxeymBSgEvqEEIgEuBvQD2JQ1XjfpIvY+qMuinbO1LrSC/JcnL26ePoDOFltbs4Rs3ZhzRsOzJAoclszw5GweHC6exoVrgjZFv9/B7f0WmHyTn8V+V1uZBriQCQLnTRBDh5M7TlN+ibp4IvYnSW6QOjecpvlsbphzC58DOrZoG88dEGq7Xe0dt1z4e8q1z6ixkyMopHTyCKLozme7TKOa6Z17YyW30i4fWtqKQVYY+OGQ/h2PHWcwfnI5ngOSjH+3tpnPH1OxnRzTcTEDv4vcPotGanrIoGSFjBndY35BHo3YS8w1BiHmyHTsKuVNjVO0iHNCVJiYEbG24kkrTAVHbEyjw6SrmdllLfuha5HLxVSbqL0roKp9Qekku+UmzCd4HErTKanpGNJUzkAxggm/Wdf9gs1oU8h6tibHggIsv3jgL6cVnycs45/tWOFyvo91jkaODbfuvOytys265PGLyGigpqakxI3bNHGGPyn0jLk5SOJB1HeV6/FLjh/G4M7LfNjK/FJa/aR1K2ZhyQNmeAbtD3O3W7BYd66rhrFh57ulsKSKKpqIQ3rPsWOJuedlhWkFjF2DTwWTWGPjZdxtqQga9jUcrgOidvGoXH+Tx/9434cvqqZ3rVT7wryuXt34dOKyU2ezRtQ0nvHr0vxvg4+b5VCo/XK32x8yqy+R/QVZ6FvvGpcvxLDs7gsWrkBO1WqShBOPDvQFjg/rA9grpx6YVdy/IBLIHu3FMkU70gcw6EdqvEFVE5AcgEO9AVWNejZ7k/MqKcI/1VvcPkgLCkF6aPX8qYHLDzSBvRm4ThCllt5QA8wDrAE9vBAPYlDVeNnrRH+Q/NGQnbNVTZJqi0YaA0AG5XLyY3KtsMpJ7B8lnvbOwfFR/Hf2vzhfJp/wBcf7pfx39n5x3k02/NH+6X8eX7HnCdBP8Arj/dH8eX7Pzjugn/AFx/ul/Hl+x5woimH5mfuj+PI/PE8RTfqZ+6P48v2POCNZNzajwy/ZecGjZIHsc/XK6+gWmGNxu6nK7ml7HKJmZ2ggXtYrpl3HPZpFrTa54WCZJFx07Dzhb8kXs50kNP3Uo/lKr6IVp/Dt9lOdAGlpMgEsjSXnzWcVlxcevdVnnvUBqMOfiLh5cA6NrriAG7ByzfqP7d61uO+xM/Gf1SC1sbwyIAyO0zH/rQKkAMkM5e9rj0DdC7cZCPoo7PpUtYTKTbUk+CnazJSKSeN/IghaY1NawkOY2246qkKmvjdU1ccbR1W9ZxPALTH0ms9jeImetfDC3MA7KNde4Bb4zUY5XforKeWnjIY7797RE11tGby5ym5bOY6RJw2lHR6ufbQf1SNFfI9725jvIaLbrrLkzmE9rxxuXQf94QvNzyuWVtduOMk1DweuzuHzRPlCvVWUFa6ox84c8fdUtEyRvLNck/T4L3bjrHy/debvdkRZ6eKR2eSJjnk6ktF/is909boPk7XP6mZuXc4OIsls9JLRY663UVZj22PyQAr5Xhw3hLLHymqJdXaucPxVRpvff9l4P5GNxz1XqcWW8dk4rBq2WzfqNJ7169L8b4OLm+aHR6Vtb7Y+ZVZfI/oKs9A33g+aOT4lh2dwWDVyAnrVDkAh3ICywj1kewV04Mau5N7uwgJUj3b/BMkU7/ABSMsfnEKsSpysnIDkA070BWYz6NnuT8ypohH+qt7h8kjWND6tH7KZJCRuO8JwHyXyoJDDwyVmYXubKpNot1UliiNFVje6L2D80ZFGfHrD/BZfbRHxOWSGjlkieWPFrOHDVZ8l9emnHN1RnEqy5/FP8AiFhM8nR4Y/o04jV//un/ABR5UeOP6N/iFYd1TL8UeVLxx/RDXVx3Tz+AKN0/HH9O8qxE7pKk+B/olujWJwkxR251WfAo/sNYnCPFnbhV+LiEayG8BG0WLu/LUeMn/wAo1mN4Nhs/FPDhDGVGbpc7icxufiuvhlmGq5ebVz3Bq2+vcFoySf7+P3Lfki9idJDT93N7BVfQSqRoMTC7cG3snOhRb2b0jvOduHIJkiGUzTCNm6+/mUwSqyzSeTtOVg89w35ePx3JGiVcv3XRxjK3gBwCVpxXxtL5GhpvdQpV4pWMfWdE1wtGLXv4KoS/btFhtFhcEtXVxseYx1L3dp2K7lJSx48sumXrNsK91a/yagLqCRtsxs2S/wCocx2LPD8iTP8At02z/Fvh/XtApK9kNYXuhc+243tbtA4rXk/Lxt1j7jHD8PLX9rqrhmIxTlxjla4Rnrt4t46haYZzPHeKOTDLjy1nAKOilr3vncS2NziS7iewLPl5ph6nZcfHcvf0kY3Cyniw+NjQ1oedFyZW3GXLttJJdRTE2lKxvbadCMN54v8AT81Uv9p/9JvVPdJ5PtvlGnTUD295a4r6C++Kf+vK/wD2bHc7M0Fc9bR0fnHtCkxOfYgBu6wSNHN0EBUs0zAajQrzvz+Lcmf6dn4uercEUryna2mzI/AUnvXr0vxvg4+b5VCpdK6s9sfMp5fJQVZ6Ftv+Y1HL8U4dnDcsWrkBPWqHIDjuQFjhGtU0fyldODGrt+of7SRHHh3JhHdo4pA1ptL4J49lRFoTkByAaUBWYz6NnuXfMqchCP8AVGdw+SRrehjZ5DC4g6tTArmgc/igAvPWFkEJvtdALkbbzR8EboNYUoaqxsei9g/NGRRnJJo4ah3SODbgEXWOWUl9tpjbA5KumcSHOa5p4Wus7njVTG7MNVSDzYm+EYU+eP6V45U3y6HhC7/Yl/JP0fhf2417eELv2S/kn6Hhf27y5x3Qu+KX8n+j/j/27yyU/wB18XI/lv6H8f8AsQTzn8rR8Uv5Kf8AHDw+Y/p+CPOjwgsbpBJEHEEOdY6divDK2+0ZSSemiZG2NgawWHJdcmnPUOt4+CCHI++jH+S35J3sTodl+jm9gp/QS2XZEWDe2E/Gyr6L7R6qdxbGwE6MGa3OyAfFE6miMh893VYO/imDjGLFt9N7jzKArqzqOd/Nu7AoyVFVX17MIwietccr7FsXf2KVV4xj+LPo6elommBjq19nmZxb1L9Zz38LnTRPY1ImYLhWI4bWCqxaCU0kdMxtHCyUSMed4b22B4rPltk9On8bGXL3WwZVNcwwy9ZzAA4NP5zuHguTbu1v0iutU+Utoo31L4CGOEdjZ9gbHlvutuPjyy9yObl5MMf62rvDNmI3Ym6oFVI3pIwJ4zqHEcWngu65Tiwkxjzbvly8smsEbImNjY0Na0WAHBcWXu7reeoptpN9B7ZVZfGJnahcfvSsb21nQsIz1lOz9Tmj91WM3lInL1jXY/Tvi2kwrEGEjLM6nf2teDb9wvfxu8LHl5T+0qRazjyJWFawVjbaqTLxKDNI0uEgA4ak8EEC8Z2uHMLPmw88LGnHl45SoBK+detW02Y/s+l969el+N8HDz/KolP6/W+0PmVWXyX9A1h+5Z7xqXL8U4dnX0WM6ak0QFgtUOQHHcgLLBx+MZ3FdOPTHJcnVjj/ADKSP3gX5KgA/wA5Igt0zO0JTs/qjLVJEwW6AY5BK3GPRM9y75lTThHa0bD2D5JGtcPfehjbyCYGeSggHnUIAoKAcTogAac0QVAxr+449UpU4zVfGHytJF7NXJzT26OPpFEI5BYtNu6IDgjRlyDkgbdkHJIyhg5JA9rAnBsVrUFsZrexUDiPvYPb+ivD5Iy6aFdjmQq4XDh3JUhyPv4/ct+Sd7OdDMBLZQNSW6Jwk5gcXSi3Wy2t2kKiVlJUABs8zR082rWchzQek1gdLWPLjfoxp2EpkJLaJjiRoNUgpJnPqZ+82Ci3a+o+fPtO2ur8V2rrMMjlfBh9C40zIWutntqXu7SfgE4V/SuwPA8a22lqmwZqiehpQ5z3G7ntBs2Mc3b7dyfiNt5s3j/8PoqJ+12HCtwuCbIzEo816OUDKY6iLgRzI7dU9fs8cssd+NbjFMHwkmKqo2M6Oa0rTA/qOBHnC2mo4p/w4W70qfk8sx1slLS09M0iCCKIPcXuEbA3M47yeZW0kk1HPbb7q0wzSqcP5PqFhz/FeHaxd5y5K3UO1JIjoiN+Y2+CefxhY9qKxLrlYXtqmYdGHYtSd4Pwut+H3yYxlyfCpeMEPmp2AXvUtdryaCSfl8V7MvquDSMHa6hZbUI17OdzySM+9ybckjJGcwHaEBGkO8IIMamwQaDK3LK4dq8D8jDw5LHq8WXlhK2ezA/4fS+9euz8b4OXm+VQqc/8RrR/MPmU8vkv6BrPQs961Ll+KcOz1j9NXXQE4FapKgiFAWeDeus9ly6MemOXa5Hoz7SB+jibtaggpN6KQD9HsPal9nOhiVqgiYcgzSdSgqrsX9DH7p3zKnI4T/BM7gkadRPLaaMgcEwkGe/5f3QAZJbWOW/igjm1HWymMg25oDjUdYDLv03oA7Wi+5EGlZjW+H2Sll0cZ6qHXHsrl5u3Rx9I+VZNDbJByQdZBlSM4IAoTIRqZHkfew+39FeHyRl0vyRyXa5kSrcLm4UZWTuqmGWXUcauHpWOudIw06cVN5cbWk4M9LCge2RskwY/I0aEttfuWmN2zyxuKWSI2OcDcaG/YrQzcraiLGpnG7mseHR8btOoSX9LyifeOaYgi7gbHuTQHiNQBF0bNS7U9gU2qkV8ZZTxy1MpsyJjnuJ4AC6UO9vkTEK44rjdbXm/4mofLryLiR+ycKvoj7IsCGE7JRVL2gVGIu8of2NtZg8Br4rWdIvbe/wjD2TYhUCjiMuIhorC4ZhOGtyjMDobBGgwDMFqtmcYkwyijlfs7Ow1EGd1/I5c3WiaTqWneOSqC9Ldm4K0pVLO2nnLnXsW2071hz/Fph2kOxOAOtZ1+5cljXaq2inZLDQSA2BebX7kZ/GFj2ojIOkPWHxWF7bRZ4EQ/GYRmBIDjoexb/jf8sZc/wAB8Vk//UMEAjJZHTPkkdfcXOAaP2K9f/ptwb/toBrGkm41WahA1oG5FMkjgxhPCyUMsQytF7i4QSK4Ek370ArG67kBDrG2e13NeV/+Qw/tMnf+Ll/XTW7Lm+HUh/zXqvxv+NHN8qhwf2lWd7fmU8vkudBVnome8alyfFOHZVi1cgJ47lqkqCIUBZ4P6432XLox6Y3tcj0J9pKdD9F/I1P6IyTegkaX8p7UqcGG5azpNcmTkAx28oFQMV1p4/dP+am9HDP8DH7ISNMpPVY+5MC3SAcnBVCp8rA55c3UgXCKA2su9rj1tR4JBPaiGrMb3w+yUsuhO2dqfPb7K5eXtvx9AHvWTU1IOKQddI3BIzgnAK1OJGaFQEYwvqKdo3mS37FVh8k5dLKefNdkJAbl1lcbC/Z2royyvUGHFJ7qHJJTU0Qc8mV+4Fx+QWNsk23kyyuopqmslB0kN3cG8Fhc66ceOJMO0WIwR5emD2gWAe0HTkrnPnIxy/Gwyu9EbtdWtbkdHA5trasO74qp+Vki/h4GybTzy2DoohbdYEFK/l5fo5+Hh/sWk2yipAY6uncWvt97CLkd44+CvD8uf90cn4X3hVhDjGFVbiY8QgudbPfkPwdZbzkxy6rly4s8fVin+0DFG4fsLiBppWOkrGto4nMcHXdKcptbk3MVozk+3zXV4Wyixx+FxSufaRkGdzbEF1gfhdEKvq/A6ZtHRU9Iw3ZBG2IHmGi1/wBltpC8d5pQGZx/fFbmqgQGeaCqJMomh1Y0G2vNY8vS8RaljW1D7AXB7Fy5ZarXGeldijYjHSiaxsSlbNexJ7VtqHMfumfBZXTT2sMFFM3E2GKNoeGO3dy3/G1eSMub1gHiJaMfb+p9Kcw7n6fVetr/ABf/AG4N/wCSI5JDtPgsWogcSkDJAXuA4cUCijTuQApG2NxxQHHqgICDWDNDm/Sbrj/Ow8uLf6dP42Ws9NVssP8AhtH716x/G+C+f51Dg/tKt72/Moy+awa0/dM941Ll+KcO6csWpLoCwWqCoDjuQFjhJtVj2XLox6ZXtdD0X+opTor9FPmNTI1+rboJFm8y/IhLLo4K09ULTHpN7cmTkGG46lNKFimtNF7t/wA1N6OGN9Qj9kJKTKT1WPuTAqQMfwVQhGC4F+SKAWSDpco3ZrApBPbvRDVmN/3PslLLoRnak9ZvcuXm7b8fSPdZNSJAhSDkG5SZ4TAjTqnCGaVRCTdLHHGIWgzP3OOmUHQeJ1XTxcNs8r6R/LjjlrW7D6uSLyAMa5t4S7LI7c4NsMx73EqM7Lj6dPHMplu/ev8A/WYrsTEDHOnmOjbudv0HcuXdyvp0WY4TdebYptxjLcSldR04bSAZWCpgdmP82lrdy6sfx5r+zjz/AC8vL+vQcf2k4qxuWajonn+VzmE/NTfxp+xPzL9xIi+0dx0mws25xzg/MBTfxb9Vc/Mn6SG/aDSHz6Oqb4NP1Uf/ABs1T8vBz9v6AiwpqgdpYl/8bNX/AMrBT4rtHBiMbgwhrBoQ7Qm/ABa8fBZd5MuX8mXH+qDsqZcS28o2TPJgpWmXINGgMabWbu4rrcNu77SNiqKPaL7RxJUPBiZLLWBp3yZTcNHjY9wV4lk+kcLvkF733laM1udxQGZx09VluD7FVBO1fF5iYMrvVXG9t2viseb4VfH8orxTPdr00evORcO3ToKoj6AMMj2uzbsrs1k6UgHSRcv/AEqdw9VO2ZqWv2lZE1nV6CR17WO5b/j3/JGXN8RK6bpdrp2ZdI6bKO/Qr2rjr8ff+3mb/wA8n+nWJ38VyugrbpAjjqgCBBueLt7kAC93IIOSITRSRH84LfiErJZZTxurKuNg3ufs5hweSXslkY6++4NiuLjx8Zp0Z3dtNh0xOt72/MrPP5tvoKs9Gz3gS5finDunXWM6am37EBYALVJQByQHHcglhhR/FN9ly3nTK9rwei/1FOdFSu8wII0+agqjTC8blN6OdnR+YFpj0V7OVE5ABebEoJDxLWlh9h6V6OGt/s+P2QkaVRn8MxMDcUgZJuCqFSNnYDk1JA+qLCQ34rTdJ929hc1+QjXffsQFsJHX4JSGr8ZN2QnsKMuhGeqPPHcuTm7dPH0AVk0IkCFIESM5oLiAASTuA1KNX6CS2hqzupZv9hVzDL9Fc8f2IKGqB1p3hV/Fn+k+eP7HZh9WW+hIvzcB9U5w5/ov5Mf2jY1C6r2gwzDGOysaPKJLPy3LW6a9mi7LL4zGMMbrLydjuDVrsL8lw50c+Ytb6QNIaLnUnS1zdYZ8N1qOzj/Jx3vNLiwXB6LCoG4pRioqGdd8jWE9Y8ARa4G5a8fHMMdObl5by5W7VU+EYViYl8goWwtYLkmd+a3Y3UK9MkR2w2F1kWdweb7y1rJB8CAU5jC2z2MfZ7hlNI3K2nfG8Xzugy27OqUrhqnFDUfZ/S9ZzGQ2tcdHUPbf4go0amrdjG0lHNVSGoihitcmVjt5toLXKNBm6rD6XonllfmIGjXRan90tBCxKOTDqxtRQ1ZkbkAEjOqRpuIRfYnrpXU7Kmevo4KRz21EjwyMsJacxNhqiFX1/s7TOo6GnpHSySuhjbG58ji5zyBqSTqdea31pC9N7O7UvQ9svjpIcxtrC9+9VKUQofNTMcUra1zKdxIa82uFlyzeNisbq7Dl2eY2VzWvcQDvIXBcdOiZekaqwbycMyuLs2/TcncdCZI4oH8lNlVtOwajMGKtmyjN0bm3Pat/xp/kjLmv9FGKou2uqWn800kRPPTRe9lP8MjyJnvmqw3WK4nW4mxSNwGZyQFDeSDc8dQlBIpOW/NALE1znAnQDVAXOysZhmliB+7NQZGjkXDVc2WOsm29xHi/tSt/0/Mrmz+bo+gaz0UfvR9UuX4lx9066xnTVyAn3WqTgUBxKCTsMP4pn+pbzpje18PQ+JTnQvZXeYEEaTcIKgSj7t3clejgcTxkFzwVYX0VOMrBvKsgn1TAdI5D22U26NHMsjzcFrewxH+qWy0ZWXNDASbnLJwtxT+hCR/2dH7AQZkFS2MhpeBbgkaYyoaRoCfBMji8utpbvThAxgl7XSDMcpvbjqqJGjoKewyx5Mr7gDvSo0uW2Sh1Bxn0cHcUZCds7Uec3uXJzdunj6AWTQhUg0oBzGue4NaLucbAcylrfo96bPDqSKhgMcYHSNsJJeLjbXwXoceExmnJnlcqiz1BEbS93Xc4gdyu0tIxlLhZ3PglsaPbMQbE9VMBVFGw4s6sOjxEImkON7aXvw4BFpQQl4FhIR4JeQ0HacN6s37WR5H25rpGvD3NZnbuezQnvVeULSsq3V0U8klLE3o3nzA4JbGmX2j26p8Lilpq/rVRZboQGvcDwJ4N8VWxp5tPtdjuLSEYTStpIT1czN3+93VHcFNp7VdTQVcvSPxPG2mRh60eZ0h+gU7GgnUGEMflOIVLrNvdsLRbs3o3T0Y/DsM6GJ4xKZhkJFjAHltuJAN7I2NGjApnjpKSspKrKbCz+jf4B39UTItNTgn2mbU7Js8gqIm1Aboxtexxewcg4EFw7yVXnS1PttK77YKkbP4fW0EuHS1UhLKqB0T7xOtfdm3du4qP5c1+GLNVf2n47XEOMOH3bwELh/7k/wCbIeEAj+0vHI99NQac43f/AOk/5sh4RoNlvtHq6/aXDqOupaSKGaZrDLEXXaTu3nml/Lb6K4SPWpNZnX5rLLtU6RK1oIidxunSiDk1ULHpWhlSCSdx3Lbg/wCSM+X4sKc0W0zZTfK+YPB8bH6L6DOb4p/48brl3/topmFrfFec7zSy6kygW0SB4QbnakDgUEi5CX5ePE8ggDAANsEBYYBMIsTax353Cyy5P2vH9BRf2pW97fmVw5fN1z3AKzWOIf5g+qOT4lh2csWpLoNYLRByYIdyCTsN0q2f6vkt50xva9DgIf8AUUToXtxf1NyZGZjZARpiSxwudyVE7QqZ33Y14JcR5jkrZGym1goyMM7ypBlX6jB3SfNX9EbFrhsfsBBo0dhJe2uiRprHFBC3NkA2Sj6VmUuOW5420PDuT2SSyNrAABuQEpo1TgquxrzYfFGXRztnKm2ZvcuTm7dHH0AVk0NJUghKRrLAoulxISuF2wNMmvPcP3W3Bj5Zs+W6xaOieDJI0/mcL37iu2OZTz5nN6P88ZOW/HsU1SH5awaPBbbebIgsObUNkLQw3ucvxVFpaTOvK/vKV7ECzKQQuQAZZco1IHinA8n2w+0WeoqThGzhe+R5yOqYhdzzyj7Obvpqn/6NsM2jpaFrKrEJG1UzpCHxXuAePHrntNh3pbONBh2zO0e0ULQWigoC/PG+oHXtwytHD4BIVqqL7L8HYS/EJ6uvlcczi+TICe4a/ugLhmwmzTW5Rg9O4Ea5sxJ8boDF/aPsvhuEYdhz8KpIaaepqWUzS3MSb3JJud25VPfomS/gzqiKSsoWyvpmzPZA21y5gdbMTy0JSyur/ow4sSqBTOiqYm1sDnBmWVt2g8DfmfilLsWG1WDRTNkqcDldO2MXkp75nsHHKfzDs396P/Rr9K6mlMlgx1n8r7+7+im46OXaW0m4LxfvUqTmNfGGyQm0kbhIwjeCNR+6QfSGHVYxPDqXEGOu2phZL4kAn97oKU6sBtGqpRDNyVC3Z+ga6T9LHH9lt+PP8sZ8t/pWPqGF1VTvy3y317dD9F7/AP1ryL3toKh+cHSxvuXnV2hjVI3JA5o4k6IBrzci3NBmO6pzEWugiNNxpco67Of6SqamniljqyMrWv053WWeeNmo0xxuywG+IVjjvOX6rhy+bpnQNWepF7wfVHJ8Sw7p11i1Ig1iFokt0ycdxQE3Dz+KZ4/JbTpje1231f8A1lPHosnDVhCCIfMJTALh1SSlTQIbDqjhcJcd9nn0PqdwWzMp3BRkZh4qQHV+o0//AJnzC0+iNg1wyP2AkaPF5wSNMaUyFvogDtPVCCOG9ASG704Krsb8yLxRl0J2zlUdW9y5Obt08fSMSsWhLpA0lI17gmWDDqid17ySBg7gLn9yuv8AHmpaw5r7kTIJrS5gdFvtjr0h178tZI63nEO+KL2qdKHFG1U77UskbMxBNydOztQNsXWYxiL9scGwqKcWmromTyRMIBAdci9+zVVOyteoDE6SaR48pga8OILHStzd9r7ipp+9KHanbCm2XipTJA+pkqHkNjieAQ0b3du8acUtetkvXS2FyHC4uA4WISDy37RtrJ5pxs5hJMk8pEcxj3uJ3Rj6/wD2r6DGMbDhMfkdCfKsWke1jpIhnEhvYsb/ACDUfzHU6BTQ9C2X2HioZBieKhlVibyX2IBZETwA4kc+HBLZtwyPjwSMcMAIQDsoB0QHmn2u1Rp2YXbToWTTN9shsbfm4+CqF9MVDXVjdn6ajZJ0cIh6JoBsA0ayPcfHKO0lZ3K05jIj0hjkc54j/DxDLGx+5zz+Z3cNTy0CUtnuH2DJh+IYRWw0+acAxNnp5I261AcCRbtAB036FaT+02nr0biFO3Fad+KUsPRVDBmnibvcLekaPnzGu9ARqWYVLN9pG7+R7VGU0qXfpYUznZgx27ddSp73sLIX7E4Xr5rHM+DyhC5rrhrDpvVXoRCOYFSpHr3GOgneSABGSStvx/8AlxZ83/HWWe6sxFzY6CE9U3MpFrAi3gvbz5ePinlnXmY8eWfrGL3o3tp2CSxka0B1txK4vKZTyjp1Z6vZjb20UqPBQRTqLWSOIslZTQP68ozcm9Yp+NFsiLPibHi0cZvfe4/RPxLcS8CmfUSVBccwaGgabjqub8rckbfj+7Whc0uoBl3h1wufHptl2qqU3rqv/R9Vnl81/wDUOs9HF70fIpcvxHH3XcFjGhEzWQWiSoJx3ICZQH8SzvPyW8+LK/JeRa0x9sox+JZdkbeyaS2uw67kA0tGRFCAwZXnvKnHtWXQt1szc7cpphneVIDqvUafvk+iv6L7Mp/7Mj9gINGjPXSCUxyALm0QKkMd1QmRwdqEBKB1TgquxrWKH/UjLo52zdT5ze5cnN26OPpHJWLQ1SZpOiQbGmpGQYfFBKzSJubfvc7Ulelx4axkceeW8thsiDXnIL9W9iq0SDiJLnMc1gyZDme42Dbc09CVmZsZpy8sjOdrTq4A2+KWj3VdSQUcm00OLySxlsPWjjYPMcGkA/Epzsr0yWN4VLC+txCegpqiEXku4jNlCWxtlcSrKH+KQxABlFA3KBESBm3uII3dY7+xGWt6ObW0uNVVDS9PTYrjUYsHR3qnFj77rF28I9FtW4eRQ0MuM1jS+etzMiJPWbGTZzx2uNxfgAeaV9nEnZt+JYTM3FaaLD5ZXs6MCqv92OQsRlJHZuS1sbbaj26xlr8tRs/TPbY2dT1ZtftBBsE9DcToftFjExirdn8SpXcSHMe0m2lrW37rpaPcTI/tI2cEvRTvrqaRrM5E1I4AAC51F9UaCdS7ebKVzgIMeoy7eQ8uYQOJ1HBI3nv2oT/x/a3B8FoyLvYHF9wWkOcbOBHDKCfFV1E26jN1bHz1hoKRp6KIiME8bGwv2bzbiSSsbLbqL67JKxkswo4pmspob3LRcut50jradwvyRZ9H7bjarDhU7CYZiVHOYK3C4WSxTFl3NjI627juKOPKb8Rlj62x2IOgpaqgx3C4ZDFWtz5ZNMpA62m4X1Nty1rNTYxTDDK+GrpwBS1Lc7WtNw0/mZ4XuErNzQ6u0umfch17jQi6yavdfs6kzbGU4JvlmlH/AKkRNX+ISANjurt9FELpW33rPa9BVTWVNO+EusHixPZdXx5+GXknLHymitkjjZkjaGsAsABaym57u77qpjqagT3NcXHTVdHDz444+OTHk4rbuKmurm0LmsdGXucLgNcF18euSbjn5N4XVVU+OVbZ4wIo4onmxcRmN+G9azjmmXnRHPq5nWlc8jjc2CWpFbtPbFpYN8VFpwOejdJ5r+jad4snL6KpuB1kNBK6heL53ZhKOJ5EcFz/AJOFy/vG/Bnjj/VsqYtlga3gb7ly43cdGc1Wdpj0WM1cWbNmDeHIXH1WeXvJf0dWebD7wfIqeX4lx9uKxamoNaXWqXIDuCCS6A/iWd5+S3nxZXtoIgOgI3akp4+onLs3cgitIsQgGFwtYkICGWHOSOd0pNU7TiDyWm0EO4KaYZQDan1GD23/AEVfRfYVLrhcXsBA+0Rl+lPgkpKZfkUELwQB2HqBMHg6jRASgdU4VQcaP3EP+pGXQjNVJ6ze5cfN3HTx9IxKxaGl1hcmw5pGjGtgM0cTXZ3veGgN3akDenjjbRbI3k85dJI0E2cdPDSy9Nwote+Wjw9tXF6QOLQOY4pZXUVjN15Xtt9plDSV8uAxwuMDHt6aqidmPaLdl+admoShqftLwB1PHHEK8BotkYywA4CxIRbNG0ezlVHVV75hFmgNA6eOZw84GwHjqVON3vQvpX41SQnZB89WZGU7yH1EsfWe1hde4afO4C2mi58cv8mm1x/pt5/PgWK4JNQisqBQ0uIxdNDK2TO3oyN7mt14gWW7IGKSrxamw2gklLzJJ0UVtwbe1/gD8FX0TT0ODjazaqLDKNxhpIIc8wcDlYGaNb23Fte0qbT01g2NkhxeHDwymkmqIXvJLiGlreDtOPBE/wBFZpHxjY0YbRGpnoJ/JtA59M/pMl+7W3aifsBU2ASUsVjFivQkkhkwfdvOx3gfslMpRcaHPTSTTtjbikcZY7onRysDiWuFspJ1DtdL8CFUDM4FsY6k2hpZajE6aaES9ZrRq7mLE7igLDaKKmpMbjq6UiGV8XRMFgGRRNc64A5u3fFTlTk2h1PSzsbKxjxLU3jjbBq0nc519LHhc9vJR30cQHvpKVgpqeM1MhILyT1HO5ADzgPhfXVTbJ6iu/deqRslkwVlMI2OL4Gxua52UAFtid28X3LmmWst1vr+uo8se4zbC1jHCeQYfWhrHT6uLSbEcuJ3XsvQcqHBFJiGAV9OyKMR07RWQ2N3AjRw7i35JBGwybPTAX1YbeHBZZTVVjfT3X7Nn32VLf01L/3AKg2gxd9hEE876GPas6QrLbXRDLrvS3RqGOlIB1S3TNbJdwB5hacONy5Jj+0cl8cbUTEKONrriVzZCbt0uPFfQTPx9fTyLhb737QqunNQNQ03brYcexTv2rXr2m0bm1VM0P8ASM6rrbwQpymqMbuDGlLRcOI71navQcjcgFus/tGgS8j8dBtgdmu4i51OiX/p69NDhdRlp2EG5DjoV5uP9dyu7L+3tUubkx9zwTeRwv3AEKf+x3oatPVh959Cly/EcZVi0JdGjWYK1S66A4nRFJMw71uL21vh0xyaAg8laCEdiAY7uQA3IAZKAaUAORxbGTxCVCtirXPzAk3CUCSJDLhkLj/zpB8lf0X2Wk/suP2fqg/tDYbTEdgUmlscgDX03oCQx3VGqZHA6oCSBqqhVAxogQQg/wAyMuhGTr6mKnLDI+xI0HErj5ZbZp08d9KefGDqImW7X6/so8P2raunrJJTd73O7DuVakLdRm1L45WvjcRIwhzSOBG5GxpqdkschggrKeuqmxjMJWF7iTyIH7Gy24s5O0Z4b94pG1O1mbZirqKOU09LRNbmlfH1ppD5rG/p0uSVtxZ455dbjLPG4z/bwLCKHB9oKisfjGNOoap0mdgIGV4O85jpe/BO3dLS3H2aUE7b0e0kL77g5jT+4ckNVs8IwduC0UrxWGYxUTo7ZtL6agcN3FE3fVFi+qaGCvwWLDZow+KRkbHtcSA7dobarz8cv77dmWP9NPJKwuhimiqwyuipZ3UtMZJZGvZ1XdQDcGtIzW52Xfr25Q9nxGa4y+aylo3ZSD5pdZt//U4q72Uek/ZTRSzQYljL5byVVQYQ4x3zNYN47Nf2Wd7VOmgZU+UfaeIAQ+anw+QFrhZlrNvrvvdycTk1bJZoqcOczqgfrHzROjqsdWxMlBc0uHnWva3isccf7bXb60+e8QqnVG0tTUTyvjdW6TRVDCPO3a82kNI4i2i3Z7jbbOFkElXNA0B0+WaeMsGhtcvF9dNRpvtdMkTG6E4jiEEspmijyE2ay4Yy5NydzBbiVnnjurmWkaokvSupI2SvDg0MbC3K2JltAXEXLiN+nE7ktaOKdrqrpGQ09A2EO0ysaS495JuVP+pBp6tQi9LTucLEsaSHLhyl37dUsecjoYNltqSC+UNrDaOaxaLneADu04ler04v9qbZqdpxmkkmie8TF0Tuj0BzdUCw4diQ6VmHMNNW1VK78hLfFrrLPNeL3f7MSXbN1J//ACvh1As4bR4uHkxgAnuCM56GKsLX/od8Flppsw5r7tUtHsxwNtUg6FjnTNFt5XT+JP8ANGP5H/HSYgL1eg0AA8F629uC9oj2uhc0O1a4XBVa9FTIqiOjqWzu0Y4gP/r4J2bx9p3q7i9qCOh03Hdbisb01ivLNdH2UGbKC1lg4lxQE/BZfv8AoDqTqCf3XPzYTfk248vpWYxUGGtlmjOVzQSD2hcl+TqnxZx2N17y0uqXHKbgFo/oquMvaZdHHaCu/wCcP9gU/wAeKvKk/j9f/wA9v+wJ/wAeI8q9DsoU5AcToihMw8/ioj/Ot8OmGXbQElUghJ5IAZL+X7oBji88D8UAw50bMlno2QM7XGN2hvbglQzRqKtjiGYGXDm57hc/FVjoqtqCWabBGOno/JHCoeOjzE6aaqrPQn0PSH/hbPZ+qRoscbnSEgaKaaU1j+SQFs/LuCAOwOyjQJkQ1McThchxHBuqAjz4s83Edm38Sn5aPW1ZPO+UkucT3m6zuSpIzG0j8r6bud8wozXgoMzzuHidAoW5sZkOl392jfiptNIZRX84m3IaBLZ6SWQNYLNba3ABTQsdrMApKnZKlwao6VtRLKJbxPykPO+/A8tf0rvx/wAXHpzW+ebG0/2M4VXOka3FK2J4jLm3Yx4JG++5YcfNcrqtMuLXtQM+yOsmxCWnpMTj+6Y6R0kkJaGhvMgrTDk8rrQ5OLwm9t6Y6Og2WpqancQ2NrqaV8jgTna4F5zcRrpfgVtfhuMZ8va9gMFXkdS1EMzA4axPDvkvMxxsvt3ZXcN2v2SpMew5sz8zZqOOWaJkYAa95Z+bmdBqu7GuSvFsEu2DFS1rXHyePqu0Bu9aXtE6esfZhEz/ALEYe4XcXSTOdYcc/wD8LPLtU6RNmIPK/tBq6zP0TTh75g69y5rpi0NN9LG1/grhV6JFStMbXBgFx5zgC493JKdGp8UFPT4XXSVDXCnEEhk6NuZ5GU3sOJWGFvm0yk08ewfpq+OaBs/QdBC0QStiGhyje117WudCe7kumMak7R4jVUtRT0bZxHGyBj2yCHL0l9bh2mZp0v3JWnETDsQnxHDXVFQOldSEQ9KXEgC5cC5otYd172AU5fuHubIyCGR7JXRzSSOdd0kcvRk35h9ideIso1Kr2Woaxr8xqY2DS7WwEnxcNfii+hG7wmXodn6SVtnRRwZukccugvrr3LlmEy5NRvuzHbA1LquLYqSphiphHXzjLTwM6TVp60hcfOJ/Zejbu2xy4zUU1KyamrMNdPLJBKXtfmLbBoJ32Uz3RekapIbtTiBaNOnl+F1GXSp29s+ywu/7O1ZGoNT/AO1ZRWTWYiZLNytJ7iqy6TFcTNbzHfFQ0iOXTZz925Row5HS29E9LRjURkNQC9ha1oJue5dH4vrkY8/wdNGJ76a20K9RwgVTcsbWP3sA18E9jSnnaaqpjiAuMw0U8mfjhb/oY4+WUjRQ9anETgAeF1y/i8vnh43uOjn4/G+U6oJYRwW9jKAvI53QKSnnNNVMlbvab25hTlNyxWN1ULGml8U8rWlw1OgvvC8uyzLVd8u8dslkk4tcP9JWu4gxzXD9X+0o3AS3f/tKA9YBWLQt09hyVJLw/wBai9sLow6Y5dtHoqQ4gJghCAaWpA0tCNAhajQNc3qlGgjdGwnzP3QCVAa3D2ZRYCU/JV9F9odG7/hje4/NFMajbeM+0pMdz44/OcB2DejRASVrRcMZ4u/og0WWpkk3uPdw+CNjSOXE7ypVowlIwZHgNNzZTaJFDjUElY+Do2+bm1cN3goyy/S5NIkeEvOsgLz27vgo1VbiziwVzoOlM0MY/S82NuaucVymyucn0mYZgHldRI2ZxbExubMyxza2sD+6vH8e7/sm836WUOzUVPiET+nDoWuzODxqLa9x3KpwaylL+W2e1HVVLsSxieqAJjj+7iB4c/8ArtU/k57/AKq4MPtMwhjxikRN7ODmm/KxXPxTWca8nxqvpZZInY1IHPAaGNAa4jrFx+gXXw95M/yNaxZRk3lWJGCqdmgdKelc1nWy6XvblYbgrytmGp2wmrfa1GyWGVZ6TBsRMdYNY8smVwP7ELKcmV+bS4zvFb7ObSTvrRgeP/c4iH9GyR4yib+U8A/9jvWln3ES/Tx+lpvJ8XxzD3xOJayVmRuh6kl9PBUUbX7OdoBDsniOHudaooc8jGaC7ZDbvuHaJWf2h/TWbPUbaXbXEacMa19Lg9LGXk6jMS4jX/7R9E1zHOdCAyQmw1da4ROhVd0chluLnrWGbQlZyaq7dxjKqeOXD9pahsETnfxBlOLtuHmwN/j8ltjN7Z0XaTZfD8Shw2CshDpmxxxRujJDhuu3ThvSvdMV+DUGBOOFU0PRURZmY8Ekh99bu/65Il9apXv0842h2fdQ15F2vjf1mPadfgd47Rr4rO4rmSqdPXUVgXPsNBmGZp7LEadyj3Kr1Wzx6vNHsbh2GSOEVRikTYI2wNF25t5y8tbeKXBjvK536VnfHHUZ7aqllq67CdmKCWGaShhZT5GnIXPtq4D/AHHRdGvWoyvqe0VlHWxbR0VFMGGaMh2RzrjLz+HBKTQt2oonGqxqsnabjM9/xcpzVPk90+yYOOzVW226quPFoUYjLtsqtjyBYKrClQ3MlO5oUaPaL0c/SPGTRTq7XuGSsnGUBg1Ssolh8UUrnlrm2BadV0fiz+7Hnv8AVzQGua2y9JxqrFajNKWjholTR8Ohc6pzhty0Ern/AC7ri1+2vBP8m1q4T29H4hebhllhlMo7MpMpot+kYTuduIXryzLGZRwWeN1UV9wkAXjs14pBznuNHM1jbuAvZcX5HHq+UdfBlueNVBNR/wAglYabejD0/wDyCjQ9G2nP+HPxQPTcqTLdALdFCTh5/Exe2Fvh0xy7aYAuGh3K0EseaASxQCEIBhKNk5MEI0QEZ8sTCQXXPJuqAhVVYHwCIANaHZt+t0wgYbUiXCmuHHN8ylsaSRK5rSwEgX3A2S2egy4nig9Gk2SAbpAErTBdUNvYank3VTcj0QNllP6B8Sp9n6GZRt3m5PajxGyzUzeroOKLBsgha0XdZrRvPJEgRJRO15kY+GRgGscjL3ubC3/XBb4yS7Z22peEYi6lifDVOjZFIL9IARlcOJ7FruVOkvFKuRuEVIBaJ3kQRjfdx3+FuKi3R6OoYsMpcIip5IzJ0TbO01c78x8TdFxxy7hy2dVXYxjFLgLmVMVG5zJBkYQ7zD29pWOUnH7kbYf39Ws9QVQlwTEKy7SaipAy5gHNyjjfvT4vjb+xzfLGfphDtHhWDYvC/EY6yWOQF8jYLNcASRcG+trX7Vfc9MZNdvR6HC8Jx7DIq/CsRNRTSi7HSAOAPEHQOaR+ynd3qnZr2rMTooqiYYZj8joyCGU+IO1fEfyskP5mfpfvCuRPbz/H8Mq9l9vo24nP0nlBD3zg3zsk6hN+YO9F9nN79omz7osI2mqw+ESzQtdkM3VBynM8O5Cw38EG9Ew7bAQY9iWLV2GudFW08HRxxTB4aWg7r+dfmbBPXpPbQU/2hYNPGXTRVsQYBYPhzNv3tJuiGfJtfghpZ5YK9r5mQvkDHscxziATYAhRMLs7ZplMN6NmFVMMssXTHEWTFuYOsSxjWlw46k6di2xmpUX20e0VVS0WMUEtRIPJ4pc7nNN8wbe1rbybAKLPUNR4ztXTBrpqaRsjiTcbr77Cx+CMroSftgzitRXUb31AbUviB6WOQaPjJvcHeLdn0WHluNfGQCNkkVOJ6KpMlM7QxzAEx8SHA6HstvTkt6K+u1pRYi2OM7XYnHLSyU8Zo8Pp3M0yZQA9rTqDqd2835LaSSaiN23dS/s6wTPLWbWV0vSZ8zKV4BGp0e7XdbzR3FLfvUK7qhrMRNRiWM49IySSOJpZTSudcB/mtF+Jtqiq+2dwUGNkjzueQ3vA/wDtZcl9qx6e9fZQwHAK4g/4lotysxLDos+22mb3K0ozmHsS0ewA05nC4U6VsORhzNvbeiwbOiZ95c8AV0fj/OsubpXVEgidc723K7XMz7gZJC92tykKt8IjGWWQ8w0fNcn5V6jfgndWLmC1lyadCE5pjfmHA2Pcun8bPxvjWXPh5TyBmZfrN3FdljmRXRku+qWgS/RuAuNRYhRnh5TSscvG7HdSXykEWduXn5evTtl2aaE8wp2oPyE8wjYXYKhRboBbpBJw8/iI/baujDpjl21DDYOVoIgOQHICPJLHG673gdnFMto0leAbMb4u/omESSpfJ5ziezcEtgBzzbfols9IsrgE4KrsEm/4Syx0u/8A/sUhVsTvKRwJ8waLk2Hals0czOkNo2k9p0Cm5HpzaSWbWR5seA0CnVqkyKkZGLAJzEtpTIuQT0kUxFouRoVVg2FLlYLusFFVEWSpzNLY26EWN+Kjz/S5h+wY2ZacQtYGtzBxtfeN3zV48l17icuOb9ItbTyupphTsvM9tgL248Cdx71czxvZXCwGKHEqmrgjfAGOhu6fMdI3kaN00JAtqNLpyyVCVme15jeC2QaFvPtWsqVXtBE+rwariLTmZHnb3t1Szm8avC6yiowLO7ZeWOUnI2oeWg8NASssL/RfJN5vO61+DbQU8VFA6BmJS1I6GtnlMMUMViS1xPM2tonjuX2XJq68U77IcYqcJ20dgcrvw9fnY6O9w2Zl7OHfYjxHJVlPtnL9V7vimE0+LUpimaM2UhryL6HeCOI7E5S08i+0DZbGmYTE+djqmjw9rhHIBmcyF29ubeWg2IvqNU/VLbG1szquipMXzNdVQFsU7C3e8Ws49jm2/dTK1yxsm61WC4vW0WIMxfBjSxUsjGtlw95BZNlHm6nqkG9j+W537le5Yz+3pFNj2zWJU8ZrqARTOb1opaTPlcd/WaLHvCnXo9bZXaHHNn8NxFtNh+y8te4mxlhkdFGDyB13b7kWCNWUaxQBjGzlFXx0lTS4gHTSur45IJGluQNOXOXC50abd/aru/RST9oe0eI08eCYEKaN4injjytkIzAOu8k20vrwRe4Iy9NjcFDgNFLWxuqGF8hNmg2Y91xv7bjsICW9DQjsVweiqWOMIiu0PZLls17XDS3PTf4qdSHsSXDaennFZLV/8AdHnliLbueeDb+Oh/qnMZj0W9pdBh+IfaHjrWzMtgsAGWdpILG7g1vN5tYg7vnOWficm0za/aidlT/AsDEcOGU8fkuSJtzI8CxDeIA3XG83Rjj4zZ5X6jIbRSMoaSmwSF0mdtp6sPO6ZzdG24WCdKdIdNWwxRRxhktmW3Aa9u9Y3GtNzWn0P9m1AaPY6GoL2vdXu8pGU7mkWAPboVWMsjO3daadxaFQRi/TgkAukGcpKMe8G2v7pHA3kl0YabdYEm/Ab10/iz+1rDnv9VXiz7S2bue0OA7CupgrLWFkyXeGMy0TSfzElef+Rd5uvhmsEtyw00Q3b3I6sq9bmkaR8kdgMrgeehXocHL/ACS7nTi5ePws0EWucPMPgttMtgOADrEjTg5KqSqSbPGGHe0/suLnx1durhy3NJJsuZubokaUoMt0At9EAfD3fiG9kjVvx9MsmrbpmWjM18jIheR4aO0pkiSYjG3SNpd2nQICHLXSyXGcgcm6BGxpHLyezuS2ejboMwuskRjpBuGp7EzUmIYxBDIYWudLONehgGd/jwHil5aFlRdn21EGEMimhe2S73Zbg2u4m1/FT5KuK9yVElrNDRzOpSt2Oj2UZvdwueZRo9pLKfLwRotpDYSdwT0Wx2U9t6ei2ktiYzeqhBYhIWwsDBbVGXQx7U0lyRcklYZRviQNA3nVKSGe0ZzZoJPYnoWweOmaPP6x5Kpj+0XK/SQLDdYKkA1VLDVNGYlsjfNe3e1OXQ0yO2WJSYBs3VTzBr3vtFE8HeT2c1tj/abR7lZb7O6moxXA8UjnLi7ysHOd3WZYgdxH7qL0rdrKf931cNkX44KykdHE57X077sf1TYhpOjnX4Jy23UKyz2hbCT01Ft7glTVSZIW1AaH8i4ENv2XI7kX2I+oBpYcRvSIGdjJGOjexr2OaWua7UOBFiD2EIDwLafBJNh9oXUxYZMJqwXQPtcuj4tv+th+I70rj78o047NeOTMVDKnCJ2SUc7Zad7ekY8i8crTzH/RCcu+068avKLarDpWMp5HSUU7QQ6WKzc1+FyNWg87E7rhOD0mRS7QQSU9NFX09W+a4nd6Mx6aM10udLnw4JxOjWY/jNVJUvkwR7o3RPENmAl4uGgDlcFG6Oj6TF6nF4+kq9n5nRxtLY+kAABAIsL7t+9GwBidDSHB6eOmwsQPc98IAeHZBcG9r2tmtr2oGkbDKfZ2soaEVZZ5bTREFjrEXuSQRfUglGxpdshp3Nmilq3TRz7o5o8oAtawNtxT3sKQbQ4/s/KcMppIo8N6NwiYyIMDWniHDXNzublR4T7V5X6VUMpwUjE5YzFP51HT/wA5/Of5QD4lPZM8C+eZ80z3Pc8lznHUuJ3nxU0x3UdU2RrXQSNuLhobvCdx12Uyl6fUWwbOh+z/AAFkuVrxRtzDiDcpyJXMxZbe0BGjQ3SNG4iymmj9O3pXjMNLcFO1eyPDpAHggMG9xCqYXLovLRk8sccJEbw6Tjpoexb8d/j2jLDzZ+cTSSue9rnfzNFwOxaTlxrPLiyiMXgEg71pLKyva+gmY2njAIsGjivNzy3la7cJ/WFkqGhpN227CotVpXeU3J1CytaSXR8X4iVrLXI1XV+HnPOxh+TjvFJEMsT7CJx0vwXfeTFyzjyRzhxdLmmkAv8AlZ/VY5c3/wDLXHiv2I7oYGhkYAF9Fz8ltm62wmr6DMoXNa2MMoS2FjftSOuugOJ0SEGo35ZM3JwNl08fTLJbS4lK64aQwHg3etGSK6UuN+PMpbPRt76kpG6/agELwEAKSdsbC97mtaN7nGwCAr34p0txRwvqD+vzWDxO/wAEbh6N/h9XWi1ZUODD/cwXY3xO8qd0JlPhcNMzJFEyNvJosjR7SqanayOwHEo0SY2PTcgCCMFOQtiCIJ6LYvVZyQDS8ncLIAjd6cANePuWXPFPLoY9qxzbmzWm6xsbSiMpL6vPgiYlch2xtboAAFUiNlIAT0DDZLRmkjmjRbeTfbLPL0uD01z0Bzyd7gbf9d61w+CL2h7E0mMUGD4Xi3S0kuEOZM2aKPSZjXO6zncy0tvbfZE9nbpR7T0TsR2rjp8Pq444cRcXtEs/3DXk2uCLi7gA6w111S3qHN30osfw5uB4vNh8NSal9M9rTLky3fYEgDsdolLuF1dPqGGqzQRl4dnLGl1xxtqgGTVLQUEr9ocJw/aXCDh2IMJjkGZrwOvE8bnt7R++5OiPB8YwrENjqp+EYvC6ow2ZxdFLFoH/AM8ZO53Nh/8AlLSpf2iR08FDIMR8mixLDzIMrg/K9niNWOHaCOxPY0k02F4W+aWTAscqYZ3Mc0QYgA0sc7QnO02doTrbeU4XtOg2b2jhw6qH8UpnPkfGxpNyLC5N+r2BIbobdndpDTVIlxOmzva1jSCRbrXPDkP3QN1EqtksQ/h9OcQxFpbHM8kscSetkA39vzRse2iocMo8IqDWRYXSunvnNRPPmLXHfa4sNeSVyExCxfbKKeCSlhpxVCXqHI8kNPG1tTbsTl+zsZSslbSO6bFHtqaktvHT31bfi8jzR2b097IuDYJUbQ1D6+uc/wAnHVtGQHOPAWPmtH7qabTUuy2FUrw5tHIXj8z3Zio3Tki2ipaeM+rlK7OaeqYJEG7P0LS0MAhFhcBbTpl9izBgGuU+KVOIznQMBLuqBz3Ixk+z9ozamlIJYYnnmHh31T1jOhqm1GIMDQXuFhu1Fgi5nMVccZpC63lFKDxvK2/zU7VoduIU5F/KIO8SN/qjZaAjqYaivLAyOVgjuZAQ6zr6D5oyy1BpOHRcLWWfo/ZruiykW0S1Dmw6bC/KIBUZwI3OIFuNk8eCZTdovJZ6T6eOnpAclhcWcea3xmOPTO25dhT1rG3tdx7AlafirW1YnBc6QNG4Dis7yTeovwCcYekbZ1zzJuVlnVYyidU8VHpRlhzQFjm1UqcXWGpRsAz1lPTNvNKxntHUo1b0R2F10NaJnwOJDHAG4tqunj69ss1kCqSXMgOzhARqmvgpfTStYTubvcfAaoGkXyquqzampxDGf7yff4N/qp2NCxYQ2R4kqnOqZBqDJqB3DcEtms46cNsLDuT0W0lsQA3Jg7o9EwWJlge9KFsZjCU5BROq0IIx0h4AhGz0RwPV0OoTImgJF9UjSGnQJwqSpizxtvoL+Kd6KX2jCNrBZo8VGlbdZBk0CAaUA0gJghDeJQTHfaLsy7aLZ+9LrW0hMkI/WPzN7zw7Qqx/Scv28TgxzFsMwuvwaGbJTVVxLC9tnMJ87KT5pO4hV0fa+xnbGixDZ1mEQYM2GNkbWNdNIHdHYDVgHHTf2o+h97RthdnX7RbQU80rXfw2leJJXu/vXA3DAeJJ38gptD6HBNtb3O9BBTOIO4oFc97szLg3tqnRGZ2kxCjxGjmwuahZVxP0d0guAebeII5pbPTymq2PxfC6h1RgMss998LdX25Ebnj90hvSimrKSWSSDE6CSkqieu+IEWI5xu3eCfs/VS4q2ogDxhmPNDSBkifKYyD7LtOCX/p+/pYR4vtE0gCpge1zfOLozY9puj0PZs2LY9JTtbUV1JDGbtkaZI2kg6EjjZHoe1RVT0ZJ8sxeSscw5mmnaTr2l1gAn7L/ANJSVGIYlKYdn8OMRIyvmjJLyP5pDo3wS0W59NHQfZ5JFRy1M80VTiIAfDG4noS69yHE6uuNL7lNzkVMbV7SUFa/FJMQmw7yBhp2wmIyiR0jgb5jbQAbgjyl6O+lhkBNtAUUoe2NgKRtlg0plw7ryAFjsoFhusFUvpFiVJlPG/gi0I80bJo8j2FzeSJYaIzDaJhuykiYeYjCW4dOdQQ29FHr/KE9DYXkEQPoYv8AYEGIKWMDWOMD2QjQRnEU84McQddtjYW0R47K1NGUj8iztUa4gNPVYjYR44KdzMxmqYpL6iOdzGnwGirHOSdjWX0OabpGWE0zhzEpv8Ve9/Y2FFT+Sh4A6TMMpMhLjbvUWDaPFFFE0tNPYXOrRcKPHV2e9+ilsLpG5QL/AAKWUOejzG224qdKM6NqWoNodTtJSQ3EOaZw/SLD4lEwtO2Keox+sqCQ14iaeDN/xVzCJuVQDIXOzOJLuZNyrT7afZF946wfzN+RThZdNH0u88BxVbSgSYvEXllO2SqkGloRdo73blPkenNixGr9LMKaM/kg1d4uP0CW7RqJlJhcFPrHGA873u1ce8lGhv8ASxZABwTLY7YwEAVrL7gmQzYtNbJ6LYhYBA42F8wVfRI4e1rTffyUfStEilc8OsMo/dOHYIBZBOOiYPkN2xEHTLZVShnRFzuxSNpcbQ0Jwq6p9EO9P6JDJUVcMSMmiAQtugEyeKYNcy6NkFNTh8TwRpZPG6FZPGtisGx1xfV0YM5/v4zkf8Rv8U9p0oovsnwKGdsrn1czWm/RzSAsPeAAlfZy/tp6DBDSTQsgmDIYz1Imxta1o5CyN3QmmlijkDdXA+CPYps0br7x8EbCsr5Z5vu4SGtAsXHilbRpEgwSaU3OQN4niiWixdwYfBSwWaxg4l3/AMphnMXwrDcTzivoIa0HcJGA27nbwp3fo9Ria77M8MqH3pWS0Y/THKXj4Oujyo1PpA/7qIOFZP8A/wAbP6I8qcxJ/wB1MINxV1Hg1g+iXlR4pFP9mtJTvDnB0zh/zdf2SuWQ1Gkiwl8MLYoy5kbRbK0BoHgE7lTkkPp8Lnp3XDnPj5FRZs5dLKGlPWbJFY2vY66Iwmjy9gVOHs0c1g8E6UAFEd+UqT9LrD2uip8gHG6qWlpKN+RKexqEzEflKVp6dmN/NPxS2Wo4EjgVUo1Dm9dp01WmH9k30A9jrkH4IssLewTGd9k0ngfyrDLtrOiONh5qnatBBp100UWqgkLix1xdb8LPkvoUvc7gFtYz2GXtvq0hZ2LmUNcxpII3rPJUIQoqzCCkHnIeStkHB5QDukKA0myMzvx49j6pi9LtlD5QWmsmfUXF8h6rB/pG/wAbqbQtIIGMaGtaA0aAAWCCTI2i25Mh2gJwhGpmPG0O3pxA4aBwT0VOO5ABlkd5K8jS7raJ3ofaGzcVm0Gg3O1VQqMgaIdSnCSXxhoj43GnYqqDT5ykxm7gmCVHovFP6JCKzq4aQhTrIBEEUoBzGjeVUiaHW6Na0aA707AihjejJ4n9lJmuAc0aIGjcuR4IO6yCWTBogAVejO9AV4YC7xQE0yGNlm7kBDmkdLbMTYbgmAwxuuiWga4DcAAjRlEYy3RobNLQEaLZDG07wjRymup2jW6WjI1gvl4I0IK2MEPcd+gRobCkjaWbkrBDOibojR7TaaJvRX7UaLYuQWPYgbDLRe3BSrZMjRwT0COaOQSoPgY0u3LXi7qOQ2ZgLyVeXaYAWAKTJYE7llnPa8eiZGngo0vZpYEag2bkAvZb4TTLK7cArqTCwFyinHZALLHJpidkFylpRmUJaD//2Q==">
            <a:extLst>
              <a:ext uri="{FF2B5EF4-FFF2-40B4-BE49-F238E27FC236}">
                <a16:creationId xmlns:a16="http://schemas.microsoft.com/office/drawing/2014/main" id="{469A1716-ECA3-4A4F-A073-E42E5E9A3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929" y="1929525"/>
            <a:ext cx="3020812" cy="201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箭头: 右 5">
            <a:extLst>
              <a:ext uri="{FF2B5EF4-FFF2-40B4-BE49-F238E27FC236}">
                <a16:creationId xmlns:a16="http://schemas.microsoft.com/office/drawing/2014/main" id="{A7C12596-5BD7-45D5-B185-3474E141E712}"/>
              </a:ext>
            </a:extLst>
          </p:cNvPr>
          <p:cNvSpPr/>
          <p:nvPr/>
        </p:nvSpPr>
        <p:spPr>
          <a:xfrm>
            <a:off x="3731720" y="2706280"/>
            <a:ext cx="1421891" cy="377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54529" y="2138050"/>
            <a:ext cx="217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Response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3708180" y="3189917"/>
            <a:ext cx="142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Social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3EC8B-EF5B-4B1D-B0AB-CA07109B58B2}"/>
              </a:ext>
            </a:extLst>
          </p:cNvPr>
          <p:cNvSpPr txBox="1"/>
          <p:nvPr/>
        </p:nvSpPr>
        <p:spPr>
          <a:xfrm>
            <a:off x="2496958" y="4386985"/>
            <a:ext cx="4148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00B050"/>
                </a:solidFill>
              </a:rPr>
              <a:t>Positive</a:t>
            </a:r>
            <a:r>
              <a:rPr lang="en-US" altLang="zh-CN" sz="3200" dirty="0"/>
              <a:t> and </a:t>
            </a:r>
            <a:r>
              <a:rPr lang="en-US" altLang="zh-CN" sz="3200" dirty="0">
                <a:solidFill>
                  <a:srgbClr val="FF0000"/>
                </a:solidFill>
              </a:rPr>
              <a:t>Negative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33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ľí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1iḋê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Sources</a:t>
            </a:r>
            <a:endParaRPr lang="zh-CN" altLang="en-US" dirty="0"/>
          </a:p>
        </p:txBody>
      </p:sp>
      <p:sp>
        <p:nvSpPr>
          <p:cNvPr id="3" name="íṣļïd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VE496 Group10 Household Healthcare Robots</a:t>
            </a:r>
            <a:endParaRPr lang="zh-CN" altLang="en-US" dirty="0"/>
          </a:p>
        </p:txBody>
      </p:sp>
      <p:sp>
        <p:nvSpPr>
          <p:cNvPr id="4" name="i$ḻ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5B85F6-D8C4-46BE-A880-3C889F91EEB3}"/>
              </a:ext>
            </a:extLst>
          </p:cNvPr>
          <p:cNvSpPr txBox="1"/>
          <p:nvPr/>
        </p:nvSpPr>
        <p:spPr>
          <a:xfrm>
            <a:off x="541124" y="2062540"/>
            <a:ext cx="80617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hlinkClick r:id="rId2"/>
              </a:rPr>
              <a:t>https://www.cn-healthcare.com/article/20190927/content-524152.html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hlinkClick r:id="rId3"/>
              </a:rPr>
              <a:t>https://www.sciencedirect.com/science/article/abs/pii/0921889089900493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hlinkClick r:id="rId4"/>
              </a:rPr>
              <a:t>https://baike.baidu.com/item/%E5%8C%BB%E7%94%A8%E6%9C%BA%E5%99%A8%E4%BA%BA/3321806?fr=aladdin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Donald Kerr, J Artur Serrano, Pradeep Ray, </a:t>
            </a:r>
            <a:r>
              <a:rPr lang="en-US" altLang="zh-CN" i="1" dirty="0" smtClean="0"/>
              <a:t>“The role of a disruptive digital technology for home‑based healthcare of the elderly: Telepresence robot"</a:t>
            </a:r>
            <a:r>
              <a:rPr lang="en-US" altLang="zh-CN" i="1" dirty="0"/>
              <a:t>,</a:t>
            </a:r>
            <a:r>
              <a:rPr lang="en-US" altLang="zh-CN" dirty="0" smtClean="0"/>
              <a:t>  Digital </a:t>
            </a:r>
            <a:r>
              <a:rPr lang="en-US" altLang="zh-CN" dirty="0"/>
              <a:t>Medicine, Year 2018, Volume 4, Issue 4 [p. 173-179</a:t>
            </a:r>
            <a:r>
              <a:rPr lang="en-US" altLang="zh-CN" dirty="0" smtClean="0"/>
              <a:t>]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6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ṣļid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iśļïḍé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191" y="85844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ïsḷîḑé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85844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ïṡ1îḓe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857250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iṡ1íḋê"/>
          <p:cNvSpPr>
            <a:spLocks noGrp="1"/>
          </p:cNvSpPr>
          <p:nvPr>
            <p:ph type="ctrTitle"/>
          </p:nvPr>
        </p:nvSpPr>
        <p:spPr>
          <a:xfrm>
            <a:off x="4557531" y="1135064"/>
            <a:ext cx="4081642" cy="3228593"/>
          </a:xfrm>
        </p:spPr>
        <p:txBody>
          <a:bodyPr/>
          <a:lstStyle/>
          <a:p>
            <a:r>
              <a:rPr lang="en-US" altLang="zh-CN" sz="7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Thanks</a:t>
            </a:r>
            <a:r>
              <a:rPr lang="en-US" altLang="zh-C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Group10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íṡ1iďê">
            <a:extLst>
              <a:ext uri="{FF2B5EF4-FFF2-40B4-BE49-F238E27FC236}">
                <a16:creationId xmlns:a16="http://schemas.microsoft.com/office/drawing/2014/main" id="{30047CB0-56B6-4C7C-B450-13A4B79BBCB9}"/>
              </a:ext>
            </a:extLst>
          </p:cNvPr>
          <p:cNvSpPr txBox="1"/>
          <p:nvPr/>
        </p:nvSpPr>
        <p:spPr>
          <a:xfrm>
            <a:off x="8007590" y="836888"/>
            <a:ext cx="631583" cy="30008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350" b="1" spc="-113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VE496</a:t>
            </a:r>
            <a:endParaRPr lang="zh-CN" altLang="en-US" sz="1350" spc="-113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ïsľiḓê"/>
          <p:cNvSpPr txBox="1">
            <a:spLocks/>
          </p:cNvSpPr>
          <p:nvPr/>
        </p:nvSpPr>
        <p:spPr>
          <a:xfrm>
            <a:off x="4126372" y="4787203"/>
            <a:ext cx="4512801" cy="12435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83" indent="0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65" indent="0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8" indent="0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2" indent="0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JIANG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Nanjia</a:t>
            </a:r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,</a:t>
            </a:r>
            <a:r>
              <a:rPr lang="zh-CN" altLang="en-US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PAN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Chongdan</a:t>
            </a:r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,</a:t>
            </a:r>
          </a:p>
          <a:p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QIU </a:t>
            </a:r>
            <a:r>
              <a:rPr lang="en-US" altLang="zh-CN" sz="1400" dirty="0" err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Tianyu</a:t>
            </a:r>
            <a:r>
              <a:rPr lang="en-US" altLang="zh-CN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, WANG Zibo</a:t>
            </a:r>
            <a:endParaRPr lang="en-US" altLang="zh-CN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THINKCELLUNDODONOTDELETE" val="0"/>
  <p:tag name="ISLIDE.THEME" val="48fd28da-36e8-4ade-aaff-95b031b266b3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b751056-6b97-492c-b763-340acee7e99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  <p:tag name="PAMAINTYPE" val="4"/>
  <p:tag name="PATYPE" val="0"/>
  <p:tag name="PASUBTYPE" val="0"/>
  <p:tag name="RESOURCELIBID_SHAPE" val="3884"/>
  <p:tag name="RESOURCELIB_SHAPETYPE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64865"/>
      </a:accent1>
      <a:accent2>
        <a:srgbClr val="42B5E7"/>
      </a:accent2>
      <a:accent3>
        <a:srgbClr val="008DBF"/>
      </a:accent3>
      <a:accent4>
        <a:srgbClr val="00A7B0"/>
      </a:accent4>
      <a:accent5>
        <a:srgbClr val="003469"/>
      </a:accent5>
      <a:accent6>
        <a:srgbClr val="8EBCD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64865"/>
    </a:accent1>
    <a:accent2>
      <a:srgbClr val="42B5E7"/>
    </a:accent2>
    <a:accent3>
      <a:srgbClr val="008DBF"/>
    </a:accent3>
    <a:accent4>
      <a:srgbClr val="00A7B0"/>
    </a:accent4>
    <a:accent5>
      <a:srgbClr val="003469"/>
    </a:accent5>
    <a:accent6>
      <a:srgbClr val="8EBCD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64865"/>
    </a:accent1>
    <a:accent2>
      <a:srgbClr val="42B5E7"/>
    </a:accent2>
    <a:accent3>
      <a:srgbClr val="008DBF"/>
    </a:accent3>
    <a:accent4>
      <a:srgbClr val="00A7B0"/>
    </a:accent4>
    <a:accent5>
      <a:srgbClr val="003469"/>
    </a:accent5>
    <a:accent6>
      <a:srgbClr val="8EBCD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64865"/>
    </a:accent1>
    <a:accent2>
      <a:srgbClr val="42B5E7"/>
    </a:accent2>
    <a:accent3>
      <a:srgbClr val="008DBF"/>
    </a:accent3>
    <a:accent4>
      <a:srgbClr val="00A7B0"/>
    </a:accent4>
    <a:accent5>
      <a:srgbClr val="003469"/>
    </a:accent5>
    <a:accent6>
      <a:srgbClr val="8EBCD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64865"/>
    </a:accent1>
    <a:accent2>
      <a:srgbClr val="42B5E7"/>
    </a:accent2>
    <a:accent3>
      <a:srgbClr val="008DBF"/>
    </a:accent3>
    <a:accent4>
      <a:srgbClr val="00A7B0"/>
    </a:accent4>
    <a:accent5>
      <a:srgbClr val="003469"/>
    </a:accent5>
    <a:accent6>
      <a:srgbClr val="8EBCD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360</TotalTime>
  <Words>374</Words>
  <Application>Microsoft Office PowerPoint</Application>
  <PresentationFormat>全屏显示(4:3)</PresentationFormat>
  <Paragraphs>124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等线</vt:lpstr>
      <vt:lpstr>宋体</vt:lpstr>
      <vt:lpstr>微软雅黑</vt:lpstr>
      <vt:lpstr>Arial</vt:lpstr>
      <vt:lpstr>Calibri</vt:lpstr>
      <vt:lpstr>Impact</vt:lpstr>
      <vt:lpstr>Wingdings</vt:lpstr>
      <vt:lpstr>主题5</vt:lpstr>
      <vt:lpstr>think-cell Slide</vt:lpstr>
      <vt:lpstr>GROUP 10  HOUSEHOLD HEALTHCARE ROBOTS</vt:lpstr>
      <vt:lpstr>PowerPoint 演示文稿</vt:lpstr>
      <vt:lpstr>Introduction</vt:lpstr>
      <vt:lpstr>Robots in Life</vt:lpstr>
      <vt:lpstr>New Technologies</vt:lpstr>
      <vt:lpstr>Pain Points</vt:lpstr>
      <vt:lpstr>Pain Points</vt:lpstr>
      <vt:lpstr>New Solutions</vt:lpstr>
      <vt:lpstr>Existing Examples </vt:lpstr>
      <vt:lpstr>Healthcare Robot variety</vt:lpstr>
      <vt:lpstr>Surgical Robot</vt:lpstr>
      <vt:lpstr>Remote Control Telepresence Robot</vt:lpstr>
      <vt:lpstr>Remote Control Telepresence Robot</vt:lpstr>
      <vt:lpstr>Future of Healthcare Robots</vt:lpstr>
      <vt:lpstr>Social Influences </vt:lpstr>
      <vt:lpstr>For Family Members of Patients</vt:lpstr>
      <vt:lpstr>For Patients</vt:lpstr>
      <vt:lpstr>For Medical Practitioners</vt:lpstr>
      <vt:lpstr>For Medical Practitioners</vt:lpstr>
      <vt:lpstr>Conclusion</vt:lpstr>
      <vt:lpstr>Thriving Industry</vt:lpstr>
      <vt:lpstr>Engineering and Society</vt:lpstr>
      <vt:lpstr>Engineering and Society</vt:lpstr>
      <vt:lpstr>Sources</vt:lpstr>
      <vt:lpstr>Thanks Group10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wang nan</cp:lastModifiedBy>
  <cp:revision>55</cp:revision>
  <cp:lastPrinted>2019-07-31T16:00:00Z</cp:lastPrinted>
  <dcterms:created xsi:type="dcterms:W3CDTF">2019-07-31T16:00:00Z</dcterms:created>
  <dcterms:modified xsi:type="dcterms:W3CDTF">2019-11-20T10:55:02Z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